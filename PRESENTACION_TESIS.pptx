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sldIdLst>
    <p:sldId id="256" r:id="rId6"/>
    <p:sldId id="257" r:id="rId7"/>
    <p:sldId id="258" r:id="rId8"/>
    <p:sldId id="259" r:id="rId9"/>
    <p:sldId id="270" r:id="rId10"/>
    <p:sldId id="273" r:id="rId11"/>
    <p:sldId id="305" r:id="rId12"/>
    <p:sldId id="311" r:id="rId13"/>
    <p:sldId id="312" r:id="rId14"/>
    <p:sldId id="313" r:id="rId15"/>
    <p:sldId id="325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2" r:id="rId24"/>
    <p:sldId id="321" r:id="rId25"/>
    <p:sldId id="323" r:id="rId26"/>
    <p:sldId id="324" r:id="rId27"/>
    <p:sldId id="272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B404F5-A4EE-C720-13C9-CF717593B4CC}" name="LLANO CAIZALUISA GABRIEL FERNANDO" initials="LCGF" userId="LLANO CAIZALUISA GABRIEL FERNANDO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a ossor" initials="so" lastIdx="1" clrIdx="0">
    <p:extLst>
      <p:ext uri="{19B8F6BF-5375-455C-9EA6-DF929625EA0E}">
        <p15:presenceInfo xmlns:p15="http://schemas.microsoft.com/office/powerpoint/2012/main" userId="487f081d4e1a238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646E"/>
    <a:srgbClr val="EC000A"/>
    <a:srgbClr val="382663"/>
    <a:srgbClr val="ED7125"/>
    <a:srgbClr val="FFD44E"/>
    <a:srgbClr val="3D2363"/>
    <a:srgbClr val="FFA500"/>
    <a:srgbClr val="FF9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viles" userId="2a122088-4597-4be3-bced-1c99f2876ada" providerId="ADAL" clId="{BFD91CCD-D321-4901-BAF1-4AEDB1193311}"/>
    <pc:docChg chg="modSld">
      <pc:chgData name="Fatima Aviles" userId="2a122088-4597-4be3-bced-1c99f2876ada" providerId="ADAL" clId="{BFD91CCD-D321-4901-BAF1-4AEDB1193311}" dt="2026-05-08T20:03:37.512" v="78" actId="20577"/>
      <pc:docMkLst>
        <pc:docMk/>
      </pc:docMkLst>
      <pc:sldChg chg="modSp mod">
        <pc:chgData name="Fatima Aviles" userId="2a122088-4597-4be3-bced-1c99f2876ada" providerId="ADAL" clId="{BFD91CCD-D321-4901-BAF1-4AEDB1193311}" dt="2026-05-08T20:03:20.728" v="63" actId="14100"/>
        <pc:sldMkLst>
          <pc:docMk/>
          <pc:sldMk cId="0" sldId="259"/>
        </pc:sldMkLst>
        <pc:spChg chg="mod">
          <ac:chgData name="Fatima Aviles" userId="2a122088-4597-4be3-bced-1c99f2876ada" providerId="ADAL" clId="{BFD91CCD-D321-4901-BAF1-4AEDB1193311}" dt="2026-05-08T20:03:20.728" v="63" actId="14100"/>
          <ac:spMkLst>
            <pc:docMk/>
            <pc:sldMk cId="0" sldId="259"/>
            <ac:spMk id="27" creationId="{00000000-0000-0000-0000-000000000000}"/>
          </ac:spMkLst>
        </pc:spChg>
      </pc:sldChg>
      <pc:sldChg chg="modSp mod">
        <pc:chgData name="Fatima Aviles" userId="2a122088-4597-4be3-bced-1c99f2876ada" providerId="ADAL" clId="{BFD91CCD-D321-4901-BAF1-4AEDB1193311}" dt="2026-05-08T20:03:37.512" v="78" actId="20577"/>
        <pc:sldMkLst>
          <pc:docMk/>
          <pc:sldMk cId="1150605730" sldId="270"/>
        </pc:sldMkLst>
        <pc:spChg chg="mod">
          <ac:chgData name="Fatima Aviles" userId="2a122088-4597-4be3-bced-1c99f2876ada" providerId="ADAL" clId="{BFD91CCD-D321-4901-BAF1-4AEDB1193311}" dt="2026-05-08T20:03:37.512" v="78" actId="20577"/>
          <ac:spMkLst>
            <pc:docMk/>
            <pc:sldMk cId="1150605730" sldId="270"/>
            <ac:spMk id="16" creationId="{7BC6C6D0-C619-4F92-99C2-E35AED7195CB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701FE1-7AD6-4AEC-B625-337CCC875307}" type="doc">
      <dgm:prSet loTypeId="urn:microsoft.com/office/officeart/2008/layout/VerticalCurvedList" loCatId="list" qsTypeId="urn:microsoft.com/office/officeart/2005/8/quickstyle/simple5" qsCatId="simple" csTypeId="urn:microsoft.com/office/officeart/2005/8/colors/accent2_5" csCatId="accent2" phldr="1"/>
      <dgm:spPr/>
      <dgm:t>
        <a:bodyPr/>
        <a:lstStyle/>
        <a:p>
          <a:endParaRPr lang="es-ES"/>
        </a:p>
      </dgm:t>
    </dgm:pt>
    <dgm:pt modelId="{2DD7CFAB-0FF9-40CB-A705-A0D09F31ADF1}">
      <dgm:prSet phldrT="[Texto]"/>
      <dgm:spPr/>
      <dgm:t>
        <a:bodyPr/>
        <a:lstStyle/>
        <a:p>
          <a:r>
            <a:rPr lang="es-ES" dirty="0" err="1" smtClean="0"/>
            <a:t>Iot</a:t>
          </a:r>
          <a:r>
            <a:rPr lang="es-ES" dirty="0" smtClean="0"/>
            <a:t> en la industria</a:t>
          </a:r>
          <a:endParaRPr lang="es-ES" dirty="0"/>
        </a:p>
      </dgm:t>
    </dgm:pt>
    <dgm:pt modelId="{13E90EB1-F8F6-454A-8A23-FB04DB1539A8}" type="parTrans" cxnId="{BDF8A632-D48A-4633-84C8-ECF0F9769CDB}">
      <dgm:prSet/>
      <dgm:spPr/>
      <dgm:t>
        <a:bodyPr/>
        <a:lstStyle/>
        <a:p>
          <a:endParaRPr lang="es-ES"/>
        </a:p>
      </dgm:t>
    </dgm:pt>
    <dgm:pt modelId="{23AE5DF6-A32C-485F-9D96-AE3D82EF84A3}" type="sibTrans" cxnId="{BDF8A632-D48A-4633-84C8-ECF0F9769CDB}">
      <dgm:prSet/>
      <dgm:spPr/>
      <dgm:t>
        <a:bodyPr/>
        <a:lstStyle/>
        <a:p>
          <a:endParaRPr lang="es-ES"/>
        </a:p>
      </dgm:t>
    </dgm:pt>
    <dgm:pt modelId="{E18E74EA-AB0F-4045-8F9C-EED5CD8EE54B}">
      <dgm:prSet phldrT="[Texto]"/>
      <dgm:spPr/>
      <dgm:t>
        <a:bodyPr/>
        <a:lstStyle/>
        <a:p>
          <a:r>
            <a:rPr lang="es-ES" dirty="0" smtClean="0"/>
            <a:t>IA para sostenibilidad </a:t>
          </a:r>
          <a:endParaRPr lang="es-ES" dirty="0"/>
        </a:p>
      </dgm:t>
    </dgm:pt>
    <dgm:pt modelId="{4169BD48-B50C-4BEE-9B10-E507CB387916}" type="parTrans" cxnId="{E1FC8256-74E9-4D55-8C6D-EDC65C8AD613}">
      <dgm:prSet/>
      <dgm:spPr/>
      <dgm:t>
        <a:bodyPr/>
        <a:lstStyle/>
        <a:p>
          <a:endParaRPr lang="es-ES"/>
        </a:p>
      </dgm:t>
    </dgm:pt>
    <dgm:pt modelId="{82A6C191-8CE4-484B-B458-81C0EE092E5A}" type="sibTrans" cxnId="{E1FC8256-74E9-4D55-8C6D-EDC65C8AD613}">
      <dgm:prSet/>
      <dgm:spPr/>
      <dgm:t>
        <a:bodyPr/>
        <a:lstStyle/>
        <a:p>
          <a:endParaRPr lang="es-ES"/>
        </a:p>
      </dgm:t>
    </dgm:pt>
    <dgm:pt modelId="{8439F159-AE58-441B-9D7B-DAB7C64D0104}">
      <dgm:prSet phldrT="[Texto]"/>
      <dgm:spPr/>
      <dgm:t>
        <a:bodyPr/>
        <a:lstStyle/>
        <a:p>
          <a:r>
            <a:rPr lang="es-ES" dirty="0" smtClean="0"/>
            <a:t>Digitalización</a:t>
          </a:r>
          <a:endParaRPr lang="es-ES" dirty="0"/>
        </a:p>
      </dgm:t>
    </dgm:pt>
    <dgm:pt modelId="{58F389C1-6B08-4543-A5D3-8C50DF5A0978}" type="parTrans" cxnId="{2CB1BCB6-0089-4C99-9321-CD9A8032AB8B}">
      <dgm:prSet/>
      <dgm:spPr/>
      <dgm:t>
        <a:bodyPr/>
        <a:lstStyle/>
        <a:p>
          <a:endParaRPr lang="es-ES"/>
        </a:p>
      </dgm:t>
    </dgm:pt>
    <dgm:pt modelId="{96274AFD-74C1-4BD5-B5BD-D65191CA3A45}" type="sibTrans" cxnId="{2CB1BCB6-0089-4C99-9321-CD9A8032AB8B}">
      <dgm:prSet/>
      <dgm:spPr/>
      <dgm:t>
        <a:bodyPr/>
        <a:lstStyle/>
        <a:p>
          <a:endParaRPr lang="es-ES"/>
        </a:p>
      </dgm:t>
    </dgm:pt>
    <dgm:pt modelId="{551354D1-B9BF-42AB-BBCF-E8D6F17697EB}" type="pres">
      <dgm:prSet presAssocID="{09701FE1-7AD6-4AEC-B625-337CCC875307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s-ES"/>
        </a:p>
      </dgm:t>
    </dgm:pt>
    <dgm:pt modelId="{1147F97C-63B6-450C-8DC2-21685921147C}" type="pres">
      <dgm:prSet presAssocID="{09701FE1-7AD6-4AEC-B625-337CCC875307}" presName="Name1" presStyleCnt="0"/>
      <dgm:spPr/>
    </dgm:pt>
    <dgm:pt modelId="{595E7148-FBEC-43B4-A50A-EFB773C06742}" type="pres">
      <dgm:prSet presAssocID="{09701FE1-7AD6-4AEC-B625-337CCC875307}" presName="cycle" presStyleCnt="0"/>
      <dgm:spPr/>
    </dgm:pt>
    <dgm:pt modelId="{A717232D-C693-42B8-9E14-D1A23052AF6B}" type="pres">
      <dgm:prSet presAssocID="{09701FE1-7AD6-4AEC-B625-337CCC875307}" presName="srcNode" presStyleLbl="node1" presStyleIdx="0" presStyleCnt="3"/>
      <dgm:spPr/>
    </dgm:pt>
    <dgm:pt modelId="{2F7D622F-EA9C-4746-BDCF-6D3D8C694D54}" type="pres">
      <dgm:prSet presAssocID="{09701FE1-7AD6-4AEC-B625-337CCC875307}" presName="conn" presStyleLbl="parChTrans1D2" presStyleIdx="0" presStyleCnt="1"/>
      <dgm:spPr/>
      <dgm:t>
        <a:bodyPr/>
        <a:lstStyle/>
        <a:p>
          <a:endParaRPr lang="es-ES"/>
        </a:p>
      </dgm:t>
    </dgm:pt>
    <dgm:pt modelId="{E7DBA4B9-30F0-4A99-9C70-E4C1AEE2F5FC}" type="pres">
      <dgm:prSet presAssocID="{09701FE1-7AD6-4AEC-B625-337CCC875307}" presName="extraNode" presStyleLbl="node1" presStyleIdx="0" presStyleCnt="3"/>
      <dgm:spPr/>
    </dgm:pt>
    <dgm:pt modelId="{CF13A71F-12BD-4264-AE98-0A1EC224BE04}" type="pres">
      <dgm:prSet presAssocID="{09701FE1-7AD6-4AEC-B625-337CCC875307}" presName="dstNode" presStyleLbl="node1" presStyleIdx="0" presStyleCnt="3"/>
      <dgm:spPr/>
    </dgm:pt>
    <dgm:pt modelId="{3B5E2D8D-D64F-4245-BB76-31655969DC05}" type="pres">
      <dgm:prSet presAssocID="{2DD7CFAB-0FF9-40CB-A705-A0D09F31ADF1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66E2AF4-401C-4E99-A79D-F37F62911355}" type="pres">
      <dgm:prSet presAssocID="{2DD7CFAB-0FF9-40CB-A705-A0D09F31ADF1}" presName="accent_1" presStyleCnt="0"/>
      <dgm:spPr/>
    </dgm:pt>
    <dgm:pt modelId="{38E7446F-14FA-413C-A7A0-7F1B82B297F1}" type="pres">
      <dgm:prSet presAssocID="{2DD7CFAB-0FF9-40CB-A705-A0D09F31ADF1}" presName="accentRepeatNode" presStyleLbl="solidFgAcc1" presStyleIdx="0" presStyleCnt="3"/>
      <dgm:spPr/>
    </dgm:pt>
    <dgm:pt modelId="{D7D4E33E-6BAA-421B-9AFA-D0A2BEC64F4A}" type="pres">
      <dgm:prSet presAssocID="{E18E74EA-AB0F-4045-8F9C-EED5CD8EE54B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B1D4309-43EF-4C79-AF98-E65441AF08DB}" type="pres">
      <dgm:prSet presAssocID="{E18E74EA-AB0F-4045-8F9C-EED5CD8EE54B}" presName="accent_2" presStyleCnt="0"/>
      <dgm:spPr/>
    </dgm:pt>
    <dgm:pt modelId="{1E00F48B-298C-4AFA-83FA-BBACF88969BB}" type="pres">
      <dgm:prSet presAssocID="{E18E74EA-AB0F-4045-8F9C-EED5CD8EE54B}" presName="accentRepeatNode" presStyleLbl="solidFgAcc1" presStyleIdx="1" presStyleCnt="3"/>
      <dgm:spPr/>
    </dgm:pt>
    <dgm:pt modelId="{8DDA8BAD-8290-407C-9DFA-723861C64ABA}" type="pres">
      <dgm:prSet presAssocID="{8439F159-AE58-441B-9D7B-DAB7C64D0104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4DE6C16-B64F-4E23-8E66-779ECA18CC6A}" type="pres">
      <dgm:prSet presAssocID="{8439F159-AE58-441B-9D7B-DAB7C64D0104}" presName="accent_3" presStyleCnt="0"/>
      <dgm:spPr/>
    </dgm:pt>
    <dgm:pt modelId="{E1B1B50C-4079-4F6E-B255-B3077D3506D7}" type="pres">
      <dgm:prSet presAssocID="{8439F159-AE58-441B-9D7B-DAB7C64D0104}" presName="accentRepeatNode" presStyleLbl="solidFgAcc1" presStyleIdx="2" presStyleCnt="3"/>
      <dgm:spPr/>
      <dgm:t>
        <a:bodyPr/>
        <a:lstStyle/>
        <a:p>
          <a:endParaRPr lang="es-ES"/>
        </a:p>
      </dgm:t>
    </dgm:pt>
  </dgm:ptLst>
  <dgm:cxnLst>
    <dgm:cxn modelId="{AAD14E3D-4D10-4B75-AFBB-0A7E7A0BA9D0}" type="presOf" srcId="{09701FE1-7AD6-4AEC-B625-337CCC875307}" destId="{551354D1-B9BF-42AB-BBCF-E8D6F17697EB}" srcOrd="0" destOrd="0" presId="urn:microsoft.com/office/officeart/2008/layout/VerticalCurvedList"/>
    <dgm:cxn modelId="{BDF8A632-D48A-4633-84C8-ECF0F9769CDB}" srcId="{09701FE1-7AD6-4AEC-B625-337CCC875307}" destId="{2DD7CFAB-0FF9-40CB-A705-A0D09F31ADF1}" srcOrd="0" destOrd="0" parTransId="{13E90EB1-F8F6-454A-8A23-FB04DB1539A8}" sibTransId="{23AE5DF6-A32C-485F-9D96-AE3D82EF84A3}"/>
    <dgm:cxn modelId="{B396A677-DAF3-4BCB-9A1A-FECEA793B7D9}" type="presOf" srcId="{2DD7CFAB-0FF9-40CB-A705-A0D09F31ADF1}" destId="{3B5E2D8D-D64F-4245-BB76-31655969DC05}" srcOrd="0" destOrd="0" presId="urn:microsoft.com/office/officeart/2008/layout/VerticalCurvedList"/>
    <dgm:cxn modelId="{C46A90F7-E147-4763-8B4C-5DE548D196B6}" type="presOf" srcId="{8439F159-AE58-441B-9D7B-DAB7C64D0104}" destId="{8DDA8BAD-8290-407C-9DFA-723861C64ABA}" srcOrd="0" destOrd="0" presId="urn:microsoft.com/office/officeart/2008/layout/VerticalCurvedList"/>
    <dgm:cxn modelId="{26341854-37E1-4209-8F08-5CF361B03755}" type="presOf" srcId="{23AE5DF6-A32C-485F-9D96-AE3D82EF84A3}" destId="{2F7D622F-EA9C-4746-BDCF-6D3D8C694D54}" srcOrd="0" destOrd="0" presId="urn:microsoft.com/office/officeart/2008/layout/VerticalCurvedList"/>
    <dgm:cxn modelId="{0E1C400E-95D4-4C2F-962E-C64F4AE363D4}" type="presOf" srcId="{E18E74EA-AB0F-4045-8F9C-EED5CD8EE54B}" destId="{D7D4E33E-6BAA-421B-9AFA-D0A2BEC64F4A}" srcOrd="0" destOrd="0" presId="urn:microsoft.com/office/officeart/2008/layout/VerticalCurvedList"/>
    <dgm:cxn modelId="{2CB1BCB6-0089-4C99-9321-CD9A8032AB8B}" srcId="{09701FE1-7AD6-4AEC-B625-337CCC875307}" destId="{8439F159-AE58-441B-9D7B-DAB7C64D0104}" srcOrd="2" destOrd="0" parTransId="{58F389C1-6B08-4543-A5D3-8C50DF5A0978}" sibTransId="{96274AFD-74C1-4BD5-B5BD-D65191CA3A45}"/>
    <dgm:cxn modelId="{E1FC8256-74E9-4D55-8C6D-EDC65C8AD613}" srcId="{09701FE1-7AD6-4AEC-B625-337CCC875307}" destId="{E18E74EA-AB0F-4045-8F9C-EED5CD8EE54B}" srcOrd="1" destOrd="0" parTransId="{4169BD48-B50C-4BEE-9B10-E507CB387916}" sibTransId="{82A6C191-8CE4-484B-B458-81C0EE092E5A}"/>
    <dgm:cxn modelId="{5C1A86E6-EDDD-49BE-9A73-413A3C316E56}" type="presParOf" srcId="{551354D1-B9BF-42AB-BBCF-E8D6F17697EB}" destId="{1147F97C-63B6-450C-8DC2-21685921147C}" srcOrd="0" destOrd="0" presId="urn:microsoft.com/office/officeart/2008/layout/VerticalCurvedList"/>
    <dgm:cxn modelId="{AC596032-1463-494E-A280-9A1A9B15EDCE}" type="presParOf" srcId="{1147F97C-63B6-450C-8DC2-21685921147C}" destId="{595E7148-FBEC-43B4-A50A-EFB773C06742}" srcOrd="0" destOrd="0" presId="urn:microsoft.com/office/officeart/2008/layout/VerticalCurvedList"/>
    <dgm:cxn modelId="{86C0A05F-F356-48F6-B5AB-AE37A7BEAABB}" type="presParOf" srcId="{595E7148-FBEC-43B4-A50A-EFB773C06742}" destId="{A717232D-C693-42B8-9E14-D1A23052AF6B}" srcOrd="0" destOrd="0" presId="urn:microsoft.com/office/officeart/2008/layout/VerticalCurvedList"/>
    <dgm:cxn modelId="{4A4490D9-A7E0-42E7-A873-6A21345D2C17}" type="presParOf" srcId="{595E7148-FBEC-43B4-A50A-EFB773C06742}" destId="{2F7D622F-EA9C-4746-BDCF-6D3D8C694D54}" srcOrd="1" destOrd="0" presId="urn:microsoft.com/office/officeart/2008/layout/VerticalCurvedList"/>
    <dgm:cxn modelId="{7F2A36E7-5A43-4F84-B00C-3A8FEFD12887}" type="presParOf" srcId="{595E7148-FBEC-43B4-A50A-EFB773C06742}" destId="{E7DBA4B9-30F0-4A99-9C70-E4C1AEE2F5FC}" srcOrd="2" destOrd="0" presId="urn:microsoft.com/office/officeart/2008/layout/VerticalCurvedList"/>
    <dgm:cxn modelId="{6CD07EC6-6A02-49DD-AFDA-7F7AFFCB0C49}" type="presParOf" srcId="{595E7148-FBEC-43B4-A50A-EFB773C06742}" destId="{CF13A71F-12BD-4264-AE98-0A1EC224BE04}" srcOrd="3" destOrd="0" presId="urn:microsoft.com/office/officeart/2008/layout/VerticalCurvedList"/>
    <dgm:cxn modelId="{BDEE0A0B-BF53-4598-A82E-7220180515DD}" type="presParOf" srcId="{1147F97C-63B6-450C-8DC2-21685921147C}" destId="{3B5E2D8D-D64F-4245-BB76-31655969DC05}" srcOrd="1" destOrd="0" presId="urn:microsoft.com/office/officeart/2008/layout/VerticalCurvedList"/>
    <dgm:cxn modelId="{D1EFB8D2-6568-47A0-B9B9-73E4B9640B34}" type="presParOf" srcId="{1147F97C-63B6-450C-8DC2-21685921147C}" destId="{A66E2AF4-401C-4E99-A79D-F37F62911355}" srcOrd="2" destOrd="0" presId="urn:microsoft.com/office/officeart/2008/layout/VerticalCurvedList"/>
    <dgm:cxn modelId="{9B65C444-E4A5-41A9-AAEB-D22C4B899399}" type="presParOf" srcId="{A66E2AF4-401C-4E99-A79D-F37F62911355}" destId="{38E7446F-14FA-413C-A7A0-7F1B82B297F1}" srcOrd="0" destOrd="0" presId="urn:microsoft.com/office/officeart/2008/layout/VerticalCurvedList"/>
    <dgm:cxn modelId="{7DF63D11-BAE6-4A64-88A0-0869484C82F7}" type="presParOf" srcId="{1147F97C-63B6-450C-8DC2-21685921147C}" destId="{D7D4E33E-6BAA-421B-9AFA-D0A2BEC64F4A}" srcOrd="3" destOrd="0" presId="urn:microsoft.com/office/officeart/2008/layout/VerticalCurvedList"/>
    <dgm:cxn modelId="{D8354833-3676-4ED2-8E32-44089A2F79BD}" type="presParOf" srcId="{1147F97C-63B6-450C-8DC2-21685921147C}" destId="{1B1D4309-43EF-4C79-AF98-E65441AF08DB}" srcOrd="4" destOrd="0" presId="urn:microsoft.com/office/officeart/2008/layout/VerticalCurvedList"/>
    <dgm:cxn modelId="{761E30BC-52C2-4855-8196-906488C5412B}" type="presParOf" srcId="{1B1D4309-43EF-4C79-AF98-E65441AF08DB}" destId="{1E00F48B-298C-4AFA-83FA-BBACF88969BB}" srcOrd="0" destOrd="0" presId="urn:microsoft.com/office/officeart/2008/layout/VerticalCurvedList"/>
    <dgm:cxn modelId="{8D1ADEC2-EC4C-4B08-A40B-46F8038C3C85}" type="presParOf" srcId="{1147F97C-63B6-450C-8DC2-21685921147C}" destId="{8DDA8BAD-8290-407C-9DFA-723861C64ABA}" srcOrd="5" destOrd="0" presId="urn:microsoft.com/office/officeart/2008/layout/VerticalCurvedList"/>
    <dgm:cxn modelId="{823F3C9D-2B1C-4F82-B7FE-E4AFCA12B116}" type="presParOf" srcId="{1147F97C-63B6-450C-8DC2-21685921147C}" destId="{D4DE6C16-B64F-4E23-8E66-779ECA18CC6A}" srcOrd="6" destOrd="0" presId="urn:microsoft.com/office/officeart/2008/layout/VerticalCurvedList"/>
    <dgm:cxn modelId="{F4ED6D40-BE9C-44D0-A20D-DEFDA1286B65}" type="presParOf" srcId="{D4DE6C16-B64F-4E23-8E66-779ECA18CC6A}" destId="{E1B1B50C-4079-4F6E-B255-B3077D3506D7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E2F776-59F3-4EAA-93CE-5D0B6DDB174F}" type="doc">
      <dgm:prSet loTypeId="urn:microsoft.com/office/officeart/2008/layout/Pictu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B9EB41B-47E8-4A66-A4D6-CC240BA36456}">
      <dgm:prSet phldrT="[Texto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ES" sz="4800" dirty="0" smtClean="0"/>
            <a:t>De lo Empírico a lo Preciso</a:t>
          </a:r>
          <a:endParaRPr lang="es-ES" sz="4800" dirty="0"/>
        </a:p>
      </dgm:t>
    </dgm:pt>
    <dgm:pt modelId="{58CA0142-BBB0-4A1B-A912-69CC847CD7B3}" type="parTrans" cxnId="{1D35545F-FB6D-4513-B613-DCD43E595190}">
      <dgm:prSet/>
      <dgm:spPr/>
      <dgm:t>
        <a:bodyPr/>
        <a:lstStyle/>
        <a:p>
          <a:endParaRPr lang="es-ES"/>
        </a:p>
      </dgm:t>
    </dgm:pt>
    <dgm:pt modelId="{E6EADD58-C45B-4E90-A19E-161C4D332C5F}" type="sibTrans" cxnId="{1D35545F-FB6D-4513-B613-DCD43E595190}">
      <dgm:prSet/>
      <dgm:spPr/>
      <dgm:t>
        <a:bodyPr/>
        <a:lstStyle/>
        <a:p>
          <a:endParaRPr lang="es-ES"/>
        </a:p>
      </dgm:t>
    </dgm:pt>
    <dgm:pt modelId="{203F8BE2-84FB-4736-9821-C9F73724F047}">
      <dgm:prSet phldrT="[Tex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MX" b="0" i="0" dirty="0" smtClean="0"/>
            <a:t>Dependencia de </a:t>
          </a:r>
          <a:r>
            <a:rPr lang="es-MX" b="1" i="0" dirty="0" smtClean="0"/>
            <a:t>registros manuales</a:t>
          </a:r>
          <a:r>
            <a:rPr lang="es-MX" b="0" i="0" dirty="0" smtClean="0"/>
            <a:t> y cálculos empíricos ("al ojo"). Esto genera desconocimiento operativo y limita las acciones a decisiones reactivas y tardías.</a:t>
          </a:r>
          <a:endParaRPr lang="es-ES" dirty="0"/>
        </a:p>
      </dgm:t>
    </dgm:pt>
    <dgm:pt modelId="{96691971-F70D-45FD-B234-2B1D0F21D572}" type="parTrans" cxnId="{9C5C3A45-AC44-43C4-BA32-AA76DA518289}">
      <dgm:prSet/>
      <dgm:spPr/>
      <dgm:t>
        <a:bodyPr/>
        <a:lstStyle/>
        <a:p>
          <a:endParaRPr lang="es-ES"/>
        </a:p>
      </dgm:t>
    </dgm:pt>
    <dgm:pt modelId="{B0FE4A70-C5BD-455E-B161-247FB224C45E}" type="sibTrans" cxnId="{9C5C3A45-AC44-43C4-BA32-AA76DA518289}">
      <dgm:prSet/>
      <dgm:spPr/>
      <dgm:t>
        <a:bodyPr/>
        <a:lstStyle/>
        <a:p>
          <a:endParaRPr lang="es-ES"/>
        </a:p>
      </dgm:t>
    </dgm:pt>
    <dgm:pt modelId="{3565E04A-84EB-46A7-91AD-53B3DF814056}">
      <dgm:prSet phldrT="[Tex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MX" b="0" i="0" dirty="0" smtClean="0"/>
            <a:t>Integración de </a:t>
          </a:r>
          <a:r>
            <a:rPr lang="es-MX" b="1" i="0" dirty="0" smtClean="0"/>
            <a:t>telemetría </a:t>
          </a:r>
          <a:r>
            <a:rPr lang="es-MX" b="1" i="0" dirty="0" err="1" smtClean="0"/>
            <a:t>IoT</a:t>
          </a:r>
          <a:r>
            <a:rPr lang="es-MX" b="0" i="0" dirty="0" smtClean="0"/>
            <a:t>. Captura de datos automática en tiempo real que elimina el error humano y permite prevenir picos de contaminación.</a:t>
          </a:r>
          <a:endParaRPr lang="es-ES" dirty="0"/>
        </a:p>
      </dgm:t>
    </dgm:pt>
    <dgm:pt modelId="{E6F859CB-AA4F-4546-B47D-A5CA8442B965}" type="parTrans" cxnId="{FCB7092E-9132-4E86-A59A-186C4E399EE2}">
      <dgm:prSet/>
      <dgm:spPr/>
      <dgm:t>
        <a:bodyPr/>
        <a:lstStyle/>
        <a:p>
          <a:endParaRPr lang="es-ES"/>
        </a:p>
      </dgm:t>
    </dgm:pt>
    <dgm:pt modelId="{B176248D-ED49-49C7-A936-2C262389F16E}" type="sibTrans" cxnId="{FCB7092E-9132-4E86-A59A-186C4E399EE2}">
      <dgm:prSet/>
      <dgm:spPr/>
      <dgm:t>
        <a:bodyPr/>
        <a:lstStyle/>
        <a:p>
          <a:endParaRPr lang="es-ES"/>
        </a:p>
      </dgm:t>
    </dgm:pt>
    <dgm:pt modelId="{C56BBC91-25D6-48DF-8329-3D5A0BFA4F8B}" type="pres">
      <dgm:prSet presAssocID="{BEE2F776-59F3-4EAA-93CE-5D0B6DDB174F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520FE173-D10F-45ED-92E0-DC68A56B79B4}" type="pres">
      <dgm:prSet presAssocID="{7B9EB41B-47E8-4A66-A4D6-CC240BA36456}" presName="root" presStyleCnt="0">
        <dgm:presLayoutVars>
          <dgm:chMax/>
          <dgm:chPref val="4"/>
        </dgm:presLayoutVars>
      </dgm:prSet>
      <dgm:spPr/>
    </dgm:pt>
    <dgm:pt modelId="{8F4D274E-891B-42B8-9DAD-3FF6ABC337D1}" type="pres">
      <dgm:prSet presAssocID="{7B9EB41B-47E8-4A66-A4D6-CC240BA36456}" presName="rootComposite" presStyleCnt="0">
        <dgm:presLayoutVars/>
      </dgm:prSet>
      <dgm:spPr/>
    </dgm:pt>
    <dgm:pt modelId="{7E05ECDF-59A2-48F0-BBCF-467659B6658A}" type="pres">
      <dgm:prSet presAssocID="{7B9EB41B-47E8-4A66-A4D6-CC240BA36456}" presName="rootText" presStyleLbl="node0" presStyleIdx="0" presStyleCnt="1">
        <dgm:presLayoutVars>
          <dgm:chMax/>
          <dgm:chPref val="4"/>
        </dgm:presLayoutVars>
      </dgm:prSet>
      <dgm:spPr/>
      <dgm:t>
        <a:bodyPr/>
        <a:lstStyle/>
        <a:p>
          <a:endParaRPr lang="es-ES"/>
        </a:p>
      </dgm:t>
    </dgm:pt>
    <dgm:pt modelId="{5FE805AC-1CA4-4E08-8A78-081EE5725D3E}" type="pres">
      <dgm:prSet presAssocID="{7B9EB41B-47E8-4A66-A4D6-CC240BA36456}" presName="childShape" presStyleCnt="0">
        <dgm:presLayoutVars>
          <dgm:chMax val="0"/>
          <dgm:chPref val="0"/>
        </dgm:presLayoutVars>
      </dgm:prSet>
      <dgm:spPr/>
    </dgm:pt>
    <dgm:pt modelId="{2FA16C88-C05F-412E-967A-E3E8D278CF71}" type="pres">
      <dgm:prSet presAssocID="{203F8BE2-84FB-4736-9821-C9F73724F047}" presName="childComposite" presStyleCnt="0">
        <dgm:presLayoutVars>
          <dgm:chMax val="0"/>
          <dgm:chPref val="0"/>
        </dgm:presLayoutVars>
      </dgm:prSet>
      <dgm:spPr/>
    </dgm:pt>
    <dgm:pt modelId="{D8E080AC-5A2C-419B-9CE0-026897C4ED98}" type="pres">
      <dgm:prSet presAssocID="{203F8BE2-84FB-4736-9821-C9F73724F047}" presName="Image" presStyleLbl="node1" presStyleIdx="0" presStyleCnt="2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74E8C7C-319C-4266-951F-0BAD4E2D0522}" type="pres">
      <dgm:prSet presAssocID="{203F8BE2-84FB-4736-9821-C9F73724F047}" presName="childText" presStyleLbl="l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5324287-34E0-4015-988C-5FF9F2B6CF2D}" type="pres">
      <dgm:prSet presAssocID="{3565E04A-84EB-46A7-91AD-53B3DF814056}" presName="childComposite" presStyleCnt="0">
        <dgm:presLayoutVars>
          <dgm:chMax val="0"/>
          <dgm:chPref val="0"/>
        </dgm:presLayoutVars>
      </dgm:prSet>
      <dgm:spPr/>
    </dgm:pt>
    <dgm:pt modelId="{F0AB9F0C-5212-4928-94B5-26859B9C52A2}" type="pres">
      <dgm:prSet presAssocID="{3565E04A-84EB-46A7-91AD-53B3DF814056}" presName="Image" presStyleLbl="node1" presStyleIdx="1" presStyleCnt="2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DE4F359-F1DE-4AF8-BAB4-ED019FEEBDA8}" type="pres">
      <dgm:prSet presAssocID="{3565E04A-84EB-46A7-91AD-53B3DF814056}" presName="childText" presStyleLbl="l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7452783-5640-4F6C-AC0A-0B9460CDD15A}" type="presOf" srcId="{7B9EB41B-47E8-4A66-A4D6-CC240BA36456}" destId="{7E05ECDF-59A2-48F0-BBCF-467659B6658A}" srcOrd="0" destOrd="0" presId="urn:microsoft.com/office/officeart/2008/layout/PictureAccentList"/>
    <dgm:cxn modelId="{9C5C3A45-AC44-43C4-BA32-AA76DA518289}" srcId="{7B9EB41B-47E8-4A66-A4D6-CC240BA36456}" destId="{203F8BE2-84FB-4736-9821-C9F73724F047}" srcOrd="0" destOrd="0" parTransId="{96691971-F70D-45FD-B234-2B1D0F21D572}" sibTransId="{B0FE4A70-C5BD-455E-B161-247FB224C45E}"/>
    <dgm:cxn modelId="{1D35545F-FB6D-4513-B613-DCD43E595190}" srcId="{BEE2F776-59F3-4EAA-93CE-5D0B6DDB174F}" destId="{7B9EB41B-47E8-4A66-A4D6-CC240BA36456}" srcOrd="0" destOrd="0" parTransId="{58CA0142-BBB0-4A1B-A912-69CC847CD7B3}" sibTransId="{E6EADD58-C45B-4E90-A19E-161C4D332C5F}"/>
    <dgm:cxn modelId="{4296A10E-F178-4AAD-8336-A81FF51112A7}" type="presOf" srcId="{3565E04A-84EB-46A7-91AD-53B3DF814056}" destId="{BDE4F359-F1DE-4AF8-BAB4-ED019FEEBDA8}" srcOrd="0" destOrd="0" presId="urn:microsoft.com/office/officeart/2008/layout/PictureAccentList"/>
    <dgm:cxn modelId="{FCB7092E-9132-4E86-A59A-186C4E399EE2}" srcId="{7B9EB41B-47E8-4A66-A4D6-CC240BA36456}" destId="{3565E04A-84EB-46A7-91AD-53B3DF814056}" srcOrd="1" destOrd="0" parTransId="{E6F859CB-AA4F-4546-B47D-A5CA8442B965}" sibTransId="{B176248D-ED49-49C7-A936-2C262389F16E}"/>
    <dgm:cxn modelId="{A585C57B-6E8C-48BA-9392-4DD4FE2F89B1}" type="presOf" srcId="{203F8BE2-84FB-4736-9821-C9F73724F047}" destId="{A74E8C7C-319C-4266-951F-0BAD4E2D0522}" srcOrd="0" destOrd="0" presId="urn:microsoft.com/office/officeart/2008/layout/PictureAccentList"/>
    <dgm:cxn modelId="{D9CE3E62-39A9-4264-A7C8-8F2F90ECBA28}" type="presOf" srcId="{BEE2F776-59F3-4EAA-93CE-5D0B6DDB174F}" destId="{C56BBC91-25D6-48DF-8329-3D5A0BFA4F8B}" srcOrd="0" destOrd="0" presId="urn:microsoft.com/office/officeart/2008/layout/PictureAccentList"/>
    <dgm:cxn modelId="{62974BD4-4C3B-42B2-98D3-D4780F1330C0}" type="presParOf" srcId="{C56BBC91-25D6-48DF-8329-3D5A0BFA4F8B}" destId="{520FE173-D10F-45ED-92E0-DC68A56B79B4}" srcOrd="0" destOrd="0" presId="urn:microsoft.com/office/officeart/2008/layout/PictureAccentList"/>
    <dgm:cxn modelId="{70B2CDC9-E747-4B22-805A-1BBFFDFB8657}" type="presParOf" srcId="{520FE173-D10F-45ED-92E0-DC68A56B79B4}" destId="{8F4D274E-891B-42B8-9DAD-3FF6ABC337D1}" srcOrd="0" destOrd="0" presId="urn:microsoft.com/office/officeart/2008/layout/PictureAccentList"/>
    <dgm:cxn modelId="{58DC527D-0681-4314-8693-D17424020D00}" type="presParOf" srcId="{8F4D274E-891B-42B8-9DAD-3FF6ABC337D1}" destId="{7E05ECDF-59A2-48F0-BBCF-467659B6658A}" srcOrd="0" destOrd="0" presId="urn:microsoft.com/office/officeart/2008/layout/PictureAccentList"/>
    <dgm:cxn modelId="{6FA96069-A3C4-4262-8655-89CF843F6DBF}" type="presParOf" srcId="{520FE173-D10F-45ED-92E0-DC68A56B79B4}" destId="{5FE805AC-1CA4-4E08-8A78-081EE5725D3E}" srcOrd="1" destOrd="0" presId="urn:microsoft.com/office/officeart/2008/layout/PictureAccentList"/>
    <dgm:cxn modelId="{5FC29BDC-52EF-457D-80FE-868671F4AC9E}" type="presParOf" srcId="{5FE805AC-1CA4-4E08-8A78-081EE5725D3E}" destId="{2FA16C88-C05F-412E-967A-E3E8D278CF71}" srcOrd="0" destOrd="0" presId="urn:microsoft.com/office/officeart/2008/layout/PictureAccentList"/>
    <dgm:cxn modelId="{8EAB471E-18EC-48BE-974E-D832FAB5D290}" type="presParOf" srcId="{2FA16C88-C05F-412E-967A-E3E8D278CF71}" destId="{D8E080AC-5A2C-419B-9CE0-026897C4ED98}" srcOrd="0" destOrd="0" presId="urn:microsoft.com/office/officeart/2008/layout/PictureAccentList"/>
    <dgm:cxn modelId="{E08CAC67-67A0-43AA-B4D1-56CDAE3AC5D7}" type="presParOf" srcId="{2FA16C88-C05F-412E-967A-E3E8D278CF71}" destId="{A74E8C7C-319C-4266-951F-0BAD4E2D0522}" srcOrd="1" destOrd="0" presId="urn:microsoft.com/office/officeart/2008/layout/PictureAccentList"/>
    <dgm:cxn modelId="{99B38899-14EE-4257-927F-5F832F2B67FC}" type="presParOf" srcId="{5FE805AC-1CA4-4E08-8A78-081EE5725D3E}" destId="{B5324287-34E0-4015-988C-5FF9F2B6CF2D}" srcOrd="1" destOrd="0" presId="urn:microsoft.com/office/officeart/2008/layout/PictureAccentList"/>
    <dgm:cxn modelId="{11216901-1C59-40D7-B930-3AE3DEEB1603}" type="presParOf" srcId="{B5324287-34E0-4015-988C-5FF9F2B6CF2D}" destId="{F0AB9F0C-5212-4928-94B5-26859B9C52A2}" srcOrd="0" destOrd="0" presId="urn:microsoft.com/office/officeart/2008/layout/PictureAccentList"/>
    <dgm:cxn modelId="{5741599B-27EF-4FD2-B85A-2D6236C5167E}" type="presParOf" srcId="{B5324287-34E0-4015-988C-5FF9F2B6CF2D}" destId="{BDE4F359-F1DE-4AF8-BAB4-ED019FEEBDA8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427ABF-80B8-4DA9-82F1-4AADD8756600}" type="doc">
      <dgm:prSet loTypeId="urn:microsoft.com/office/officeart/2005/8/layout/StepDownProcess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s-ES"/>
        </a:p>
      </dgm:t>
    </dgm:pt>
    <dgm:pt modelId="{4963CD9B-921A-4850-837D-E0B511551CB1}">
      <dgm:prSet phldrT="[Texto]"/>
      <dgm:spPr/>
      <dgm:t>
        <a:bodyPr/>
        <a:lstStyle/>
        <a:p>
          <a:r>
            <a:rPr lang="es-MX" b="0" i="0" dirty="0" smtClean="0"/>
            <a:t>Uso de sensores </a:t>
          </a:r>
          <a:r>
            <a:rPr lang="es-MX" b="0" i="0" dirty="0" err="1" smtClean="0"/>
            <a:t>IoT</a:t>
          </a:r>
          <a:r>
            <a:rPr lang="es-MX" b="0" i="0" dirty="0" smtClean="0"/>
            <a:t> (ESP32) de bajo consumo y costo. Ideales para modernizar </a:t>
          </a:r>
          <a:r>
            <a:rPr lang="es-MX" b="0" i="0" dirty="0" err="1" smtClean="0"/>
            <a:t>PyMEs</a:t>
          </a:r>
          <a:r>
            <a:rPr lang="es-MX" b="0" i="0" dirty="0" smtClean="0"/>
            <a:t> textiles sin necesidad de infraestructura costosa.</a:t>
          </a:r>
          <a:endParaRPr lang="es-ES" dirty="0"/>
        </a:p>
      </dgm:t>
    </dgm:pt>
    <dgm:pt modelId="{9ABD6D16-3FE3-494D-A634-DBDF6F79BF20}" type="parTrans" cxnId="{0F7762D8-845F-441D-A366-03733471104C}">
      <dgm:prSet/>
      <dgm:spPr/>
      <dgm:t>
        <a:bodyPr/>
        <a:lstStyle/>
        <a:p>
          <a:endParaRPr lang="es-ES"/>
        </a:p>
      </dgm:t>
    </dgm:pt>
    <dgm:pt modelId="{B03A4121-C3B0-4C98-9A0B-BD4B569E4CD2}" type="sibTrans" cxnId="{0F7762D8-845F-441D-A366-03733471104C}">
      <dgm:prSet/>
      <dgm:spPr/>
      <dgm:t>
        <a:bodyPr/>
        <a:lstStyle/>
        <a:p>
          <a:endParaRPr lang="es-ES"/>
        </a:p>
      </dgm:t>
    </dgm:pt>
    <dgm:pt modelId="{B30B33C8-F786-4009-87F3-E4452E237F24}">
      <dgm:prSet phldrT="[Texto]" custT="1"/>
      <dgm:spPr/>
      <dgm:t>
        <a:bodyPr/>
        <a:lstStyle/>
        <a:p>
          <a:r>
            <a:rPr lang="es-ES" sz="2400" dirty="0" smtClean="0"/>
            <a:t>Hardware Accesible</a:t>
          </a:r>
          <a:endParaRPr lang="es-ES" sz="2400" dirty="0"/>
        </a:p>
      </dgm:t>
    </dgm:pt>
    <dgm:pt modelId="{9F030890-BD66-4498-AFB9-981294AC0094}" type="parTrans" cxnId="{76F6CC43-CDA0-47C5-B0E4-222B998A917E}">
      <dgm:prSet/>
      <dgm:spPr/>
      <dgm:t>
        <a:bodyPr/>
        <a:lstStyle/>
        <a:p>
          <a:endParaRPr lang="es-ES"/>
        </a:p>
      </dgm:t>
    </dgm:pt>
    <dgm:pt modelId="{F8737DEA-E0F2-4394-AD18-05E20D3773D0}" type="sibTrans" cxnId="{76F6CC43-CDA0-47C5-B0E4-222B998A917E}">
      <dgm:prSet/>
      <dgm:spPr/>
      <dgm:t>
        <a:bodyPr/>
        <a:lstStyle/>
        <a:p>
          <a:endParaRPr lang="es-ES"/>
        </a:p>
      </dgm:t>
    </dgm:pt>
    <dgm:pt modelId="{874AE572-6718-440F-9CC0-9078D08267B3}">
      <dgm:prSet phldrT="[Texto]"/>
      <dgm:spPr/>
      <dgm:t>
        <a:bodyPr/>
        <a:lstStyle/>
        <a:p>
          <a:r>
            <a:rPr lang="es-MX" b="0" i="0" dirty="0" smtClean="0"/>
            <a:t>Implementación del algoritmo </a:t>
          </a:r>
          <a:r>
            <a:rPr lang="es-MX" b="1" i="0" dirty="0" err="1" smtClean="0"/>
            <a:t>Random</a:t>
          </a:r>
          <a:r>
            <a:rPr lang="es-MX" b="1" i="0" dirty="0" smtClean="0"/>
            <a:t> </a:t>
          </a:r>
          <a:r>
            <a:rPr lang="es-MX" b="1" i="0" dirty="0" err="1" smtClean="0"/>
            <a:t>Forest</a:t>
          </a:r>
          <a:r>
            <a:rPr lang="es-MX" b="0" i="0" dirty="0" smtClean="0"/>
            <a:t>, altamente preciso (&gt;90%) para predecir tendencias y calcular la Huella de Carbono.</a:t>
          </a:r>
          <a:endParaRPr lang="es-ES" dirty="0"/>
        </a:p>
      </dgm:t>
    </dgm:pt>
    <dgm:pt modelId="{E3BC1E67-C9DD-47AC-9513-6E1D129D3EDE}" type="parTrans" cxnId="{E3BFE3DA-2D95-4BFA-9997-DBE70183EEBD}">
      <dgm:prSet/>
      <dgm:spPr/>
      <dgm:t>
        <a:bodyPr/>
        <a:lstStyle/>
        <a:p>
          <a:endParaRPr lang="es-ES"/>
        </a:p>
      </dgm:t>
    </dgm:pt>
    <dgm:pt modelId="{8A0B06AA-DDB4-4508-B434-BFCC3CA8960F}" type="sibTrans" cxnId="{E3BFE3DA-2D95-4BFA-9997-DBE70183EEBD}">
      <dgm:prSet/>
      <dgm:spPr/>
      <dgm:t>
        <a:bodyPr/>
        <a:lstStyle/>
        <a:p>
          <a:endParaRPr lang="es-ES"/>
        </a:p>
      </dgm:t>
    </dgm:pt>
    <dgm:pt modelId="{300F14EE-E1F1-4038-99C8-D236AB54E493}">
      <dgm:prSet phldrT="[Texto]" custT="1"/>
      <dgm:spPr/>
      <dgm:t>
        <a:bodyPr/>
        <a:lstStyle/>
        <a:p>
          <a:r>
            <a:rPr lang="es-ES" sz="2400" dirty="0" smtClean="0"/>
            <a:t>Inteligencia Artificial</a:t>
          </a:r>
          <a:endParaRPr lang="es-ES" sz="2400" dirty="0"/>
        </a:p>
      </dgm:t>
    </dgm:pt>
    <dgm:pt modelId="{98172CB7-3CF5-4478-96A8-3DFE3F9CD53A}" type="parTrans" cxnId="{D418B710-BAEE-41CB-A665-3A4DCAC361D4}">
      <dgm:prSet/>
      <dgm:spPr/>
      <dgm:t>
        <a:bodyPr/>
        <a:lstStyle/>
        <a:p>
          <a:endParaRPr lang="es-ES"/>
        </a:p>
      </dgm:t>
    </dgm:pt>
    <dgm:pt modelId="{8EEBE94E-15A7-4B95-8A4B-9C011ABC94BE}" type="sibTrans" cxnId="{D418B710-BAEE-41CB-A665-3A4DCAC361D4}">
      <dgm:prSet/>
      <dgm:spPr/>
      <dgm:t>
        <a:bodyPr/>
        <a:lstStyle/>
        <a:p>
          <a:endParaRPr lang="es-ES"/>
        </a:p>
      </dgm:t>
    </dgm:pt>
    <dgm:pt modelId="{0BCE0347-A887-401B-AC3B-D46F5C7EB1E2}">
      <dgm:prSet phldrT="[Texto]"/>
      <dgm:spPr/>
      <dgm:t>
        <a:bodyPr/>
        <a:lstStyle/>
        <a:p>
          <a:r>
            <a:rPr lang="es-MX" b="0" i="0" dirty="0" smtClean="0"/>
            <a:t>Plataforma interactiva que procesa datos de forma centralizada, facilitando el control y la toma de decisiones gerenciales basadas en evidencia.</a:t>
          </a:r>
          <a:endParaRPr lang="es-ES" dirty="0"/>
        </a:p>
      </dgm:t>
    </dgm:pt>
    <dgm:pt modelId="{E90B53C9-9BBE-4189-B382-7C5A414E8B85}" type="parTrans" cxnId="{869F786D-0422-48EC-B751-70EE9D5EF68C}">
      <dgm:prSet/>
      <dgm:spPr/>
      <dgm:t>
        <a:bodyPr/>
        <a:lstStyle/>
        <a:p>
          <a:endParaRPr lang="es-ES"/>
        </a:p>
      </dgm:t>
    </dgm:pt>
    <dgm:pt modelId="{20AE4F84-B575-4490-BD69-FE32F728192E}" type="sibTrans" cxnId="{869F786D-0422-48EC-B751-70EE9D5EF68C}">
      <dgm:prSet/>
      <dgm:spPr/>
      <dgm:t>
        <a:bodyPr/>
        <a:lstStyle/>
        <a:p>
          <a:endParaRPr lang="es-ES"/>
        </a:p>
      </dgm:t>
    </dgm:pt>
    <dgm:pt modelId="{D20228F2-4410-42C5-9826-4E1D55ACC7ED}">
      <dgm:prSet phldrT="[Texto]" custT="1"/>
      <dgm:spPr/>
      <dgm:t>
        <a:bodyPr/>
        <a:lstStyle/>
        <a:p>
          <a:r>
            <a:rPr lang="es-ES" sz="2400" dirty="0" err="1" smtClean="0"/>
            <a:t>Dashboard</a:t>
          </a:r>
          <a:endParaRPr lang="es-ES" sz="2000" dirty="0"/>
        </a:p>
      </dgm:t>
    </dgm:pt>
    <dgm:pt modelId="{89FD0935-CAD6-44A4-A787-3D900589D741}" type="parTrans" cxnId="{B5278916-BD59-45CC-B39D-6AA36E87ACD7}">
      <dgm:prSet/>
      <dgm:spPr/>
      <dgm:t>
        <a:bodyPr/>
        <a:lstStyle/>
        <a:p>
          <a:endParaRPr lang="es-ES"/>
        </a:p>
      </dgm:t>
    </dgm:pt>
    <dgm:pt modelId="{95FD22D7-E6BD-4E10-B31F-E6BE2FF04696}" type="sibTrans" cxnId="{B5278916-BD59-45CC-B39D-6AA36E87ACD7}">
      <dgm:prSet/>
      <dgm:spPr/>
      <dgm:t>
        <a:bodyPr/>
        <a:lstStyle/>
        <a:p>
          <a:endParaRPr lang="es-ES"/>
        </a:p>
      </dgm:t>
    </dgm:pt>
    <dgm:pt modelId="{433B8C39-A177-4136-8551-7E4EAAE9F615}" type="pres">
      <dgm:prSet presAssocID="{54427ABF-80B8-4DA9-82F1-4AADD8756600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F1693700-07B6-48FD-AC4F-F7BE11BC1F58}" type="pres">
      <dgm:prSet presAssocID="{4963CD9B-921A-4850-837D-E0B511551CB1}" presName="composite" presStyleCnt="0"/>
      <dgm:spPr/>
    </dgm:pt>
    <dgm:pt modelId="{1B51753F-C007-4D05-8749-6AF6991E2EBD}" type="pres">
      <dgm:prSet presAssocID="{4963CD9B-921A-4850-837D-E0B511551CB1}" presName="bentUpArrow1" presStyleLbl="alignImgPlace1" presStyleIdx="0" presStyleCnt="2"/>
      <dgm:spPr/>
    </dgm:pt>
    <dgm:pt modelId="{D9ECD412-A2F2-4F40-B2CC-29EDEAAC16B1}" type="pres">
      <dgm:prSet presAssocID="{4963CD9B-921A-4850-837D-E0B511551CB1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BF70711-3411-4AAD-907B-1DB1AF0F98A6}" type="pres">
      <dgm:prSet presAssocID="{4963CD9B-921A-4850-837D-E0B511551CB1}" presName="ChildText" presStyleLbl="revTx" presStyleIdx="0" presStyleCnt="3" custScaleX="128615" custLinFactNeighborX="20196" custLinFactNeighborY="-54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1DEC38E-C332-4639-934E-E822AEBBCDC0}" type="pres">
      <dgm:prSet presAssocID="{B03A4121-C3B0-4C98-9A0B-BD4B569E4CD2}" presName="sibTrans" presStyleCnt="0"/>
      <dgm:spPr/>
    </dgm:pt>
    <dgm:pt modelId="{F3A103D2-574D-4BB9-9723-ED630D875B37}" type="pres">
      <dgm:prSet presAssocID="{874AE572-6718-440F-9CC0-9078D08267B3}" presName="composite" presStyleCnt="0"/>
      <dgm:spPr/>
    </dgm:pt>
    <dgm:pt modelId="{C66AF212-5209-407B-8A4C-4BB1ED6BFD85}" type="pres">
      <dgm:prSet presAssocID="{874AE572-6718-440F-9CC0-9078D08267B3}" presName="bentUpArrow1" presStyleLbl="alignImgPlace1" presStyleIdx="1" presStyleCnt="2"/>
      <dgm:spPr/>
    </dgm:pt>
    <dgm:pt modelId="{FA1C9F77-E5A4-4F2F-B744-97B5A124D8CE}" type="pres">
      <dgm:prSet presAssocID="{874AE572-6718-440F-9CC0-9078D08267B3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0BABE38-B61B-4C70-9117-250D8D5E87EC}" type="pres">
      <dgm:prSet presAssocID="{874AE572-6718-440F-9CC0-9078D08267B3}" presName="ChildText" presStyleLbl="revTx" presStyleIdx="1" presStyleCnt="3" custScaleX="128697" custLinFactNeighborX="2278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5287275-5CF9-42A5-AE81-EBCC195C3E45}" type="pres">
      <dgm:prSet presAssocID="{8A0B06AA-DDB4-4508-B434-BFCC3CA8960F}" presName="sibTrans" presStyleCnt="0"/>
      <dgm:spPr/>
    </dgm:pt>
    <dgm:pt modelId="{D6803F26-4B7A-4563-ABF2-7B29CA6BF27A}" type="pres">
      <dgm:prSet presAssocID="{0BCE0347-A887-401B-AC3B-D46F5C7EB1E2}" presName="composite" presStyleCnt="0"/>
      <dgm:spPr/>
    </dgm:pt>
    <dgm:pt modelId="{E1A6B508-9B3D-4DE0-8C0F-99B4C092E5B8}" type="pres">
      <dgm:prSet presAssocID="{0BCE0347-A887-401B-AC3B-D46F5C7EB1E2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39E727B-FCEC-477B-97AF-E7999CAEA78F}" type="pres">
      <dgm:prSet presAssocID="{0BCE0347-A887-401B-AC3B-D46F5C7EB1E2}" presName="FinalChildText" presStyleLbl="revTx" presStyleIdx="2" presStyleCnt="3" custScaleX="116132" custLinFactNeighborX="12946" custLinFactNeighborY="-177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6F6CC43-CDA0-47C5-B0E4-222B998A917E}" srcId="{4963CD9B-921A-4850-837D-E0B511551CB1}" destId="{B30B33C8-F786-4009-87F3-E4452E237F24}" srcOrd="0" destOrd="0" parTransId="{9F030890-BD66-4498-AFB9-981294AC0094}" sibTransId="{F8737DEA-E0F2-4394-AD18-05E20D3773D0}"/>
    <dgm:cxn modelId="{E3BFE3DA-2D95-4BFA-9997-DBE70183EEBD}" srcId="{54427ABF-80B8-4DA9-82F1-4AADD8756600}" destId="{874AE572-6718-440F-9CC0-9078D08267B3}" srcOrd="1" destOrd="0" parTransId="{E3BC1E67-C9DD-47AC-9513-6E1D129D3EDE}" sibTransId="{8A0B06AA-DDB4-4508-B434-BFCC3CA8960F}"/>
    <dgm:cxn modelId="{B5278916-BD59-45CC-B39D-6AA36E87ACD7}" srcId="{0BCE0347-A887-401B-AC3B-D46F5C7EB1E2}" destId="{D20228F2-4410-42C5-9826-4E1D55ACC7ED}" srcOrd="0" destOrd="0" parTransId="{89FD0935-CAD6-44A4-A787-3D900589D741}" sibTransId="{95FD22D7-E6BD-4E10-B31F-E6BE2FF04696}"/>
    <dgm:cxn modelId="{7ACBA8A0-CDF1-46DB-9895-B9E88087B524}" type="presOf" srcId="{B30B33C8-F786-4009-87F3-E4452E237F24}" destId="{1BF70711-3411-4AAD-907B-1DB1AF0F98A6}" srcOrd="0" destOrd="0" presId="urn:microsoft.com/office/officeart/2005/8/layout/StepDownProcess"/>
    <dgm:cxn modelId="{2BE57E79-995D-4731-B51B-0A32E7C260CA}" type="presOf" srcId="{0BCE0347-A887-401B-AC3B-D46F5C7EB1E2}" destId="{E1A6B508-9B3D-4DE0-8C0F-99B4C092E5B8}" srcOrd="0" destOrd="0" presId="urn:microsoft.com/office/officeart/2005/8/layout/StepDownProcess"/>
    <dgm:cxn modelId="{02E05726-44E6-450C-AE61-3366AB529437}" type="presOf" srcId="{300F14EE-E1F1-4038-99C8-D236AB54E493}" destId="{30BABE38-B61B-4C70-9117-250D8D5E87EC}" srcOrd="0" destOrd="0" presId="urn:microsoft.com/office/officeart/2005/8/layout/StepDownProcess"/>
    <dgm:cxn modelId="{F5BC9DA4-D755-4A77-B87E-E27CA336995D}" type="presOf" srcId="{54427ABF-80B8-4DA9-82F1-4AADD8756600}" destId="{433B8C39-A177-4136-8551-7E4EAAE9F615}" srcOrd="0" destOrd="0" presId="urn:microsoft.com/office/officeart/2005/8/layout/StepDownProcess"/>
    <dgm:cxn modelId="{D418B710-BAEE-41CB-A665-3A4DCAC361D4}" srcId="{874AE572-6718-440F-9CC0-9078D08267B3}" destId="{300F14EE-E1F1-4038-99C8-D236AB54E493}" srcOrd="0" destOrd="0" parTransId="{98172CB7-3CF5-4478-96A8-3DFE3F9CD53A}" sibTransId="{8EEBE94E-15A7-4B95-8A4B-9C011ABC94BE}"/>
    <dgm:cxn modelId="{D5B0DE8E-4D7C-4DBD-9818-70E54A1690C1}" type="presOf" srcId="{874AE572-6718-440F-9CC0-9078D08267B3}" destId="{FA1C9F77-E5A4-4F2F-B744-97B5A124D8CE}" srcOrd="0" destOrd="0" presId="urn:microsoft.com/office/officeart/2005/8/layout/StepDownProcess"/>
    <dgm:cxn modelId="{0F7762D8-845F-441D-A366-03733471104C}" srcId="{54427ABF-80B8-4DA9-82F1-4AADD8756600}" destId="{4963CD9B-921A-4850-837D-E0B511551CB1}" srcOrd="0" destOrd="0" parTransId="{9ABD6D16-3FE3-494D-A634-DBDF6F79BF20}" sibTransId="{B03A4121-C3B0-4C98-9A0B-BD4B569E4CD2}"/>
    <dgm:cxn modelId="{869F786D-0422-48EC-B751-70EE9D5EF68C}" srcId="{54427ABF-80B8-4DA9-82F1-4AADD8756600}" destId="{0BCE0347-A887-401B-AC3B-D46F5C7EB1E2}" srcOrd="2" destOrd="0" parTransId="{E90B53C9-9BBE-4189-B382-7C5A414E8B85}" sibTransId="{20AE4F84-B575-4490-BD69-FE32F728192E}"/>
    <dgm:cxn modelId="{7BC00E99-F9CC-4616-9021-A6EA3D1398CD}" type="presOf" srcId="{D20228F2-4410-42C5-9826-4E1D55ACC7ED}" destId="{A39E727B-FCEC-477B-97AF-E7999CAEA78F}" srcOrd="0" destOrd="0" presId="urn:microsoft.com/office/officeart/2005/8/layout/StepDownProcess"/>
    <dgm:cxn modelId="{8A5C2FB4-9294-4825-9D43-41A3890659E7}" type="presOf" srcId="{4963CD9B-921A-4850-837D-E0B511551CB1}" destId="{D9ECD412-A2F2-4F40-B2CC-29EDEAAC16B1}" srcOrd="0" destOrd="0" presId="urn:microsoft.com/office/officeart/2005/8/layout/StepDownProcess"/>
    <dgm:cxn modelId="{9D88BD17-DE26-4645-BC69-A67659D19BAA}" type="presParOf" srcId="{433B8C39-A177-4136-8551-7E4EAAE9F615}" destId="{F1693700-07B6-48FD-AC4F-F7BE11BC1F58}" srcOrd="0" destOrd="0" presId="urn:microsoft.com/office/officeart/2005/8/layout/StepDownProcess"/>
    <dgm:cxn modelId="{A239D0B4-D0CC-4C0B-924A-DD6BA9CE8DEA}" type="presParOf" srcId="{F1693700-07B6-48FD-AC4F-F7BE11BC1F58}" destId="{1B51753F-C007-4D05-8749-6AF6991E2EBD}" srcOrd="0" destOrd="0" presId="urn:microsoft.com/office/officeart/2005/8/layout/StepDownProcess"/>
    <dgm:cxn modelId="{FAB0737E-7C53-44CE-9A2F-E166FC810324}" type="presParOf" srcId="{F1693700-07B6-48FD-AC4F-F7BE11BC1F58}" destId="{D9ECD412-A2F2-4F40-B2CC-29EDEAAC16B1}" srcOrd="1" destOrd="0" presId="urn:microsoft.com/office/officeart/2005/8/layout/StepDownProcess"/>
    <dgm:cxn modelId="{D543ECB6-3E29-4B46-AF73-56155B02E4B7}" type="presParOf" srcId="{F1693700-07B6-48FD-AC4F-F7BE11BC1F58}" destId="{1BF70711-3411-4AAD-907B-1DB1AF0F98A6}" srcOrd="2" destOrd="0" presId="urn:microsoft.com/office/officeart/2005/8/layout/StepDownProcess"/>
    <dgm:cxn modelId="{EC979D64-8BA9-452D-A3A7-2CF3D74D86D4}" type="presParOf" srcId="{433B8C39-A177-4136-8551-7E4EAAE9F615}" destId="{B1DEC38E-C332-4639-934E-E822AEBBCDC0}" srcOrd="1" destOrd="0" presId="urn:microsoft.com/office/officeart/2005/8/layout/StepDownProcess"/>
    <dgm:cxn modelId="{FA5E14D8-7315-4E10-B56E-09FF772D3B3F}" type="presParOf" srcId="{433B8C39-A177-4136-8551-7E4EAAE9F615}" destId="{F3A103D2-574D-4BB9-9723-ED630D875B37}" srcOrd="2" destOrd="0" presId="urn:microsoft.com/office/officeart/2005/8/layout/StepDownProcess"/>
    <dgm:cxn modelId="{E463D1F6-8C62-40CB-81EC-42D6DF2F5EAB}" type="presParOf" srcId="{F3A103D2-574D-4BB9-9723-ED630D875B37}" destId="{C66AF212-5209-407B-8A4C-4BB1ED6BFD85}" srcOrd="0" destOrd="0" presId="urn:microsoft.com/office/officeart/2005/8/layout/StepDownProcess"/>
    <dgm:cxn modelId="{C5CD49A1-9B48-4CE3-8533-B5619A57B407}" type="presParOf" srcId="{F3A103D2-574D-4BB9-9723-ED630D875B37}" destId="{FA1C9F77-E5A4-4F2F-B744-97B5A124D8CE}" srcOrd="1" destOrd="0" presId="urn:microsoft.com/office/officeart/2005/8/layout/StepDownProcess"/>
    <dgm:cxn modelId="{083F754C-0538-4E0D-997F-95087C31F2B1}" type="presParOf" srcId="{F3A103D2-574D-4BB9-9723-ED630D875B37}" destId="{30BABE38-B61B-4C70-9117-250D8D5E87EC}" srcOrd="2" destOrd="0" presId="urn:microsoft.com/office/officeart/2005/8/layout/StepDownProcess"/>
    <dgm:cxn modelId="{0AEB1732-E691-4DE1-805A-7B59F10BCEF3}" type="presParOf" srcId="{433B8C39-A177-4136-8551-7E4EAAE9F615}" destId="{35287275-5CF9-42A5-AE81-EBCC195C3E45}" srcOrd="3" destOrd="0" presId="urn:microsoft.com/office/officeart/2005/8/layout/StepDownProcess"/>
    <dgm:cxn modelId="{349695FF-A169-4637-AE87-14D3A84E3367}" type="presParOf" srcId="{433B8C39-A177-4136-8551-7E4EAAE9F615}" destId="{D6803F26-4B7A-4563-ABF2-7B29CA6BF27A}" srcOrd="4" destOrd="0" presId="urn:microsoft.com/office/officeart/2005/8/layout/StepDownProcess"/>
    <dgm:cxn modelId="{CD26F82C-3FFF-484E-89B1-EF04C28D4068}" type="presParOf" srcId="{D6803F26-4B7A-4563-ABF2-7B29CA6BF27A}" destId="{E1A6B508-9B3D-4DE0-8C0F-99B4C092E5B8}" srcOrd="0" destOrd="0" presId="urn:microsoft.com/office/officeart/2005/8/layout/StepDownProcess"/>
    <dgm:cxn modelId="{01F62F66-E8BF-43A0-BACE-C611048DED5A}" type="presParOf" srcId="{D6803F26-4B7A-4563-ABF2-7B29CA6BF27A}" destId="{A39E727B-FCEC-477B-97AF-E7999CAEA78F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9851A2-2017-4456-9856-BDC98806F591}" type="doc">
      <dgm:prSet loTypeId="urn:microsoft.com/office/officeart/2008/layout/RadialCluster" loCatId="cycle" qsTypeId="urn:microsoft.com/office/officeart/2005/8/quickstyle/3d3" qsCatId="3D" csTypeId="urn:microsoft.com/office/officeart/2005/8/colors/accent2_5" csCatId="accent2" phldr="1"/>
      <dgm:spPr/>
      <dgm:t>
        <a:bodyPr/>
        <a:lstStyle/>
        <a:p>
          <a:endParaRPr lang="es-ES"/>
        </a:p>
      </dgm:t>
    </dgm:pt>
    <dgm:pt modelId="{4842D0F9-E0A1-4CA5-8F09-7F0B4C98D03D}">
      <dgm:prSet phldrT="[Texto]"/>
      <dgm:spPr/>
      <dgm:t>
        <a:bodyPr/>
        <a:lstStyle/>
        <a:p>
          <a:r>
            <a:rPr lang="es-CO" spc="300" smtClean="0">
              <a:latin typeface="Times New Roman"/>
              <a:ea typeface="Calibri"/>
              <a:cs typeface="Times New Roman"/>
            </a:rPr>
            <a:t>Alineación Estratégica</a:t>
          </a:r>
          <a:endParaRPr lang="es-ES" dirty="0"/>
        </a:p>
      </dgm:t>
    </dgm:pt>
    <dgm:pt modelId="{746647E7-C08C-41DD-8A36-71F52883BDBC}" type="parTrans" cxnId="{07DDDE43-FBE9-437E-901B-8051CFC2B0EF}">
      <dgm:prSet/>
      <dgm:spPr/>
      <dgm:t>
        <a:bodyPr/>
        <a:lstStyle/>
        <a:p>
          <a:endParaRPr lang="es-ES"/>
        </a:p>
      </dgm:t>
    </dgm:pt>
    <dgm:pt modelId="{0A355D6F-F0FF-44E6-8B5D-960995A66610}" type="sibTrans" cxnId="{07DDDE43-FBE9-437E-901B-8051CFC2B0EF}">
      <dgm:prSet/>
      <dgm:spPr/>
      <dgm:t>
        <a:bodyPr/>
        <a:lstStyle/>
        <a:p>
          <a:endParaRPr lang="es-ES"/>
        </a:p>
      </dgm:t>
    </dgm:pt>
    <dgm:pt modelId="{87070988-1297-463F-9EE1-9F8922A7E7A0}">
      <dgm:prSet phldrT="[Texto]"/>
      <dgm:spPr/>
      <dgm:t>
        <a:bodyPr/>
        <a:lstStyle/>
        <a:p>
          <a:r>
            <a:rPr lang="es-MX" b="1" i="0" dirty="0" smtClean="0">
              <a:solidFill>
                <a:schemeClr val="bg2">
                  <a:lumMod val="10000"/>
                </a:schemeClr>
              </a:solidFill>
            </a:rPr>
            <a:t>Economía Circular:</a:t>
          </a:r>
          <a:r>
            <a:rPr lang="es-MX" b="0" i="0" dirty="0" smtClean="0">
              <a:solidFill>
                <a:schemeClr val="bg2">
                  <a:lumMod val="10000"/>
                </a:schemeClr>
              </a:solidFill>
            </a:rPr>
            <a:t> Apoya directamente al Proyecto Emblemático "GRECI" impulsado por el MAATE.</a:t>
          </a:r>
          <a:endParaRPr lang="es-ES" dirty="0">
            <a:solidFill>
              <a:schemeClr val="bg2">
                <a:lumMod val="10000"/>
              </a:schemeClr>
            </a:solidFill>
          </a:endParaRPr>
        </a:p>
      </dgm:t>
    </dgm:pt>
    <dgm:pt modelId="{37FB4A07-63A0-41DF-9C56-312E43FAD339}" type="parTrans" cxnId="{05ECD323-9BE6-4326-8EA8-AAE38809F865}">
      <dgm:prSet/>
      <dgm:spPr/>
      <dgm:t>
        <a:bodyPr/>
        <a:lstStyle/>
        <a:p>
          <a:endParaRPr lang="es-ES"/>
        </a:p>
      </dgm:t>
    </dgm:pt>
    <dgm:pt modelId="{3853B92B-21C9-46BF-946A-FCD6F56E8575}" type="sibTrans" cxnId="{05ECD323-9BE6-4326-8EA8-AAE38809F865}">
      <dgm:prSet/>
      <dgm:spPr/>
      <dgm:t>
        <a:bodyPr/>
        <a:lstStyle/>
        <a:p>
          <a:endParaRPr lang="es-ES"/>
        </a:p>
      </dgm:t>
    </dgm:pt>
    <dgm:pt modelId="{AE9B00FC-14B9-4EE8-A12E-2EE49640D924}">
      <dgm:prSet phldrT="[Texto]"/>
      <dgm:spPr/>
      <dgm:t>
        <a:bodyPr/>
        <a:lstStyle/>
        <a:p>
          <a:r>
            <a:rPr lang="es-MX" b="1" i="0" dirty="0" smtClean="0">
              <a:solidFill>
                <a:schemeClr val="bg2">
                  <a:lumMod val="10000"/>
                </a:schemeClr>
              </a:solidFill>
            </a:rPr>
            <a:t>Cumplimiento Legal:</a:t>
          </a:r>
          <a:r>
            <a:rPr lang="es-MX" b="0" i="0" dirty="0" smtClean="0">
              <a:solidFill>
                <a:schemeClr val="bg2">
                  <a:lumMod val="10000"/>
                </a:schemeClr>
              </a:solidFill>
            </a:rPr>
            <a:t> Facilita el cumplimiento de las normativas de medición de contaminación del GAD de </a:t>
          </a:r>
          <a:r>
            <a:rPr lang="es-MX" b="0" i="0" dirty="0" err="1" smtClean="0">
              <a:solidFill>
                <a:schemeClr val="bg2">
                  <a:lumMod val="10000"/>
                </a:schemeClr>
              </a:solidFill>
            </a:rPr>
            <a:t>Pelileo</a:t>
          </a:r>
          <a:r>
            <a:rPr lang="es-MX" b="0" i="0" dirty="0" smtClean="0">
              <a:solidFill>
                <a:schemeClr val="bg2">
                  <a:lumMod val="10000"/>
                </a:schemeClr>
              </a:solidFill>
            </a:rPr>
            <a:t>.</a:t>
          </a:r>
          <a:endParaRPr lang="es-ES" dirty="0">
            <a:solidFill>
              <a:schemeClr val="bg2">
                <a:lumMod val="10000"/>
              </a:schemeClr>
            </a:solidFill>
          </a:endParaRPr>
        </a:p>
      </dgm:t>
    </dgm:pt>
    <dgm:pt modelId="{B4A7D9F9-B28D-4572-B388-4C491AF38F4B}" type="parTrans" cxnId="{21E5B5DB-672A-4EBA-AEED-97A67060FC97}">
      <dgm:prSet/>
      <dgm:spPr/>
      <dgm:t>
        <a:bodyPr/>
        <a:lstStyle/>
        <a:p>
          <a:endParaRPr lang="es-ES"/>
        </a:p>
      </dgm:t>
    </dgm:pt>
    <dgm:pt modelId="{350D7EDD-5BF0-487A-A16E-50FB7FFA2C5B}" type="sibTrans" cxnId="{21E5B5DB-672A-4EBA-AEED-97A67060FC97}">
      <dgm:prSet/>
      <dgm:spPr/>
      <dgm:t>
        <a:bodyPr/>
        <a:lstStyle/>
        <a:p>
          <a:endParaRPr lang="es-ES"/>
        </a:p>
      </dgm:t>
    </dgm:pt>
    <dgm:pt modelId="{35CF2237-43A4-4B4D-9795-094965561EFC}">
      <dgm:prSet phldrT="[Texto]"/>
      <dgm:spPr/>
      <dgm:t>
        <a:bodyPr/>
        <a:lstStyle/>
        <a:p>
          <a:r>
            <a:rPr lang="es-MX" b="1" i="0" dirty="0" smtClean="0">
              <a:solidFill>
                <a:schemeClr val="bg2">
                  <a:lumMod val="10000"/>
                </a:schemeClr>
              </a:solidFill>
            </a:rPr>
            <a:t>Prevención:</a:t>
          </a:r>
          <a:r>
            <a:rPr lang="es-MX" b="0" i="0" dirty="0" smtClean="0">
              <a:solidFill>
                <a:schemeClr val="bg2">
                  <a:lumMod val="10000"/>
                </a:schemeClr>
              </a:solidFill>
            </a:rPr>
            <a:t> Transforma la gestión de desperdicios de un modelo reactivo a uno basado en evidencia técnica real.</a:t>
          </a:r>
          <a:endParaRPr lang="es-ES" dirty="0">
            <a:solidFill>
              <a:schemeClr val="bg2">
                <a:lumMod val="10000"/>
              </a:schemeClr>
            </a:solidFill>
          </a:endParaRPr>
        </a:p>
      </dgm:t>
    </dgm:pt>
    <dgm:pt modelId="{23F2B82A-C5BC-4A93-88FF-26423C762C46}" type="parTrans" cxnId="{B5C45851-8B0A-4414-ACD6-E5F5D4177679}">
      <dgm:prSet/>
      <dgm:spPr/>
      <dgm:t>
        <a:bodyPr/>
        <a:lstStyle/>
        <a:p>
          <a:endParaRPr lang="es-ES"/>
        </a:p>
      </dgm:t>
    </dgm:pt>
    <dgm:pt modelId="{865676FB-75AD-452F-BA04-9714834ADE2F}" type="sibTrans" cxnId="{B5C45851-8B0A-4414-ACD6-E5F5D4177679}">
      <dgm:prSet/>
      <dgm:spPr/>
      <dgm:t>
        <a:bodyPr/>
        <a:lstStyle/>
        <a:p>
          <a:endParaRPr lang="es-ES"/>
        </a:p>
      </dgm:t>
    </dgm:pt>
    <dgm:pt modelId="{4E2F1F1C-B06A-4356-B944-A30096BF75DB}" type="pres">
      <dgm:prSet presAssocID="{719851A2-2017-4456-9856-BDC98806F59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B37CEE9B-7570-41A9-81F6-98B78367A4FA}" type="pres">
      <dgm:prSet presAssocID="{4842D0F9-E0A1-4CA5-8F09-7F0B4C98D03D}" presName="singleCycle" presStyleCnt="0"/>
      <dgm:spPr/>
    </dgm:pt>
    <dgm:pt modelId="{68E1169F-F497-4474-8376-AED4C3110BF0}" type="pres">
      <dgm:prSet presAssocID="{4842D0F9-E0A1-4CA5-8F09-7F0B4C98D03D}" presName="singleCenter" presStyleLbl="node1" presStyleIdx="0" presStyleCnt="4" custLinFactNeighborX="1299" custLinFactNeighborY="7877">
        <dgm:presLayoutVars>
          <dgm:chMax val="7"/>
          <dgm:chPref val="7"/>
        </dgm:presLayoutVars>
      </dgm:prSet>
      <dgm:spPr/>
      <dgm:t>
        <a:bodyPr/>
        <a:lstStyle/>
        <a:p>
          <a:endParaRPr lang="es-ES"/>
        </a:p>
      </dgm:t>
    </dgm:pt>
    <dgm:pt modelId="{56DC69A7-9ADE-4F8E-8077-761C96D2C868}" type="pres">
      <dgm:prSet presAssocID="{37FB4A07-63A0-41DF-9C56-312E43FAD339}" presName="Name56" presStyleLbl="parChTrans1D2" presStyleIdx="0" presStyleCnt="3"/>
      <dgm:spPr/>
      <dgm:t>
        <a:bodyPr/>
        <a:lstStyle/>
        <a:p>
          <a:endParaRPr lang="es-ES"/>
        </a:p>
      </dgm:t>
    </dgm:pt>
    <dgm:pt modelId="{5B2AA21F-97F9-4D80-91A0-D3E00C70F245}" type="pres">
      <dgm:prSet presAssocID="{87070988-1297-463F-9EE1-9F8922A7E7A0}" presName="text0" presStyleLbl="node1" presStyleIdx="1" presStyleCnt="4" custScaleX="177172" custScaleY="151801" custRadScaleRad="79070" custRadScaleInc="78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3405527-98AB-4FF5-8688-2C3F22EFD600}" type="pres">
      <dgm:prSet presAssocID="{B4A7D9F9-B28D-4572-B388-4C491AF38F4B}" presName="Name56" presStyleLbl="parChTrans1D2" presStyleIdx="1" presStyleCnt="3"/>
      <dgm:spPr/>
      <dgm:t>
        <a:bodyPr/>
        <a:lstStyle/>
        <a:p>
          <a:endParaRPr lang="es-ES"/>
        </a:p>
      </dgm:t>
    </dgm:pt>
    <dgm:pt modelId="{2C450015-E236-4112-A629-5BB16C91E01A}" type="pres">
      <dgm:prSet presAssocID="{AE9B00FC-14B9-4EE8-A12E-2EE49640D924}" presName="text0" presStyleLbl="node1" presStyleIdx="2" presStyleCnt="4" custScaleX="164181" custScaleY="168641" custRadScaleRad="108451" custRadScaleInc="-4170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CED66F0-5192-4076-8EA6-9639CB1553D6}" type="pres">
      <dgm:prSet presAssocID="{23F2B82A-C5BC-4A93-88FF-26423C762C46}" presName="Name56" presStyleLbl="parChTrans1D2" presStyleIdx="2" presStyleCnt="3"/>
      <dgm:spPr/>
      <dgm:t>
        <a:bodyPr/>
        <a:lstStyle/>
        <a:p>
          <a:endParaRPr lang="es-ES"/>
        </a:p>
      </dgm:t>
    </dgm:pt>
    <dgm:pt modelId="{10815EAB-4170-42D4-A326-5D18A7179795}" type="pres">
      <dgm:prSet presAssocID="{35CF2237-43A4-4B4D-9795-094965561EFC}" presName="text0" presStyleLbl="node1" presStyleIdx="3" presStyleCnt="4" custScaleX="179126" custScaleY="177182" custRadScaleRad="112351" custRadScaleInc="3914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0712194-B1FE-4027-A85F-91668392F253}" type="presOf" srcId="{35CF2237-43A4-4B4D-9795-094965561EFC}" destId="{10815EAB-4170-42D4-A326-5D18A7179795}" srcOrd="0" destOrd="0" presId="urn:microsoft.com/office/officeart/2008/layout/RadialCluster"/>
    <dgm:cxn modelId="{F3B78C53-3F5C-4A2A-B862-DE123442A8CA}" type="presOf" srcId="{23F2B82A-C5BC-4A93-88FF-26423C762C46}" destId="{6CED66F0-5192-4076-8EA6-9639CB1553D6}" srcOrd="0" destOrd="0" presId="urn:microsoft.com/office/officeart/2008/layout/RadialCluster"/>
    <dgm:cxn modelId="{2F0E502E-DF5E-4C93-9D46-93582E598E1B}" type="presOf" srcId="{B4A7D9F9-B28D-4572-B388-4C491AF38F4B}" destId="{D3405527-98AB-4FF5-8688-2C3F22EFD600}" srcOrd="0" destOrd="0" presId="urn:microsoft.com/office/officeart/2008/layout/RadialCluster"/>
    <dgm:cxn modelId="{07DDDE43-FBE9-437E-901B-8051CFC2B0EF}" srcId="{719851A2-2017-4456-9856-BDC98806F591}" destId="{4842D0F9-E0A1-4CA5-8F09-7F0B4C98D03D}" srcOrd="0" destOrd="0" parTransId="{746647E7-C08C-41DD-8A36-71F52883BDBC}" sibTransId="{0A355D6F-F0FF-44E6-8B5D-960995A66610}"/>
    <dgm:cxn modelId="{B5C45851-8B0A-4414-ACD6-E5F5D4177679}" srcId="{4842D0F9-E0A1-4CA5-8F09-7F0B4C98D03D}" destId="{35CF2237-43A4-4B4D-9795-094965561EFC}" srcOrd="2" destOrd="0" parTransId="{23F2B82A-C5BC-4A93-88FF-26423C762C46}" sibTransId="{865676FB-75AD-452F-BA04-9714834ADE2F}"/>
    <dgm:cxn modelId="{C6CE5930-E7F5-4436-8523-1A71E7F10CB0}" type="presOf" srcId="{AE9B00FC-14B9-4EE8-A12E-2EE49640D924}" destId="{2C450015-E236-4112-A629-5BB16C91E01A}" srcOrd="0" destOrd="0" presId="urn:microsoft.com/office/officeart/2008/layout/RadialCluster"/>
    <dgm:cxn modelId="{21E5B5DB-672A-4EBA-AEED-97A67060FC97}" srcId="{4842D0F9-E0A1-4CA5-8F09-7F0B4C98D03D}" destId="{AE9B00FC-14B9-4EE8-A12E-2EE49640D924}" srcOrd="1" destOrd="0" parTransId="{B4A7D9F9-B28D-4572-B388-4C491AF38F4B}" sibTransId="{350D7EDD-5BF0-487A-A16E-50FB7FFA2C5B}"/>
    <dgm:cxn modelId="{E01E9140-AFA4-41E4-9437-D1D829003450}" type="presOf" srcId="{37FB4A07-63A0-41DF-9C56-312E43FAD339}" destId="{56DC69A7-9ADE-4F8E-8077-761C96D2C868}" srcOrd="0" destOrd="0" presId="urn:microsoft.com/office/officeart/2008/layout/RadialCluster"/>
    <dgm:cxn modelId="{793097C7-44FE-4D4F-BDA3-F2B92C6E73FA}" type="presOf" srcId="{719851A2-2017-4456-9856-BDC98806F591}" destId="{4E2F1F1C-B06A-4356-B944-A30096BF75DB}" srcOrd="0" destOrd="0" presId="urn:microsoft.com/office/officeart/2008/layout/RadialCluster"/>
    <dgm:cxn modelId="{7E5A6804-5BE1-4E6E-ADFB-6892493B55B7}" type="presOf" srcId="{87070988-1297-463F-9EE1-9F8922A7E7A0}" destId="{5B2AA21F-97F9-4D80-91A0-D3E00C70F245}" srcOrd="0" destOrd="0" presId="urn:microsoft.com/office/officeart/2008/layout/RadialCluster"/>
    <dgm:cxn modelId="{05ECD323-9BE6-4326-8EA8-AAE38809F865}" srcId="{4842D0F9-E0A1-4CA5-8F09-7F0B4C98D03D}" destId="{87070988-1297-463F-9EE1-9F8922A7E7A0}" srcOrd="0" destOrd="0" parTransId="{37FB4A07-63A0-41DF-9C56-312E43FAD339}" sibTransId="{3853B92B-21C9-46BF-946A-FCD6F56E8575}"/>
    <dgm:cxn modelId="{81810275-9368-4A3B-8633-2324CDE2FB79}" type="presOf" srcId="{4842D0F9-E0A1-4CA5-8F09-7F0B4C98D03D}" destId="{68E1169F-F497-4474-8376-AED4C3110BF0}" srcOrd="0" destOrd="0" presId="urn:microsoft.com/office/officeart/2008/layout/RadialCluster"/>
    <dgm:cxn modelId="{0C3B30B8-9289-482D-8A58-2C7B9A2839E1}" type="presParOf" srcId="{4E2F1F1C-B06A-4356-B944-A30096BF75DB}" destId="{B37CEE9B-7570-41A9-81F6-98B78367A4FA}" srcOrd="0" destOrd="0" presId="urn:microsoft.com/office/officeart/2008/layout/RadialCluster"/>
    <dgm:cxn modelId="{66C7EE8E-7406-4BC0-977A-CFA57BC410EB}" type="presParOf" srcId="{B37CEE9B-7570-41A9-81F6-98B78367A4FA}" destId="{68E1169F-F497-4474-8376-AED4C3110BF0}" srcOrd="0" destOrd="0" presId="urn:microsoft.com/office/officeart/2008/layout/RadialCluster"/>
    <dgm:cxn modelId="{D51255B5-9D5B-425F-8106-4246588806E0}" type="presParOf" srcId="{B37CEE9B-7570-41A9-81F6-98B78367A4FA}" destId="{56DC69A7-9ADE-4F8E-8077-761C96D2C868}" srcOrd="1" destOrd="0" presId="urn:microsoft.com/office/officeart/2008/layout/RadialCluster"/>
    <dgm:cxn modelId="{0CBA18E2-D697-4A69-9C58-309CEC555C0D}" type="presParOf" srcId="{B37CEE9B-7570-41A9-81F6-98B78367A4FA}" destId="{5B2AA21F-97F9-4D80-91A0-D3E00C70F245}" srcOrd="2" destOrd="0" presId="urn:microsoft.com/office/officeart/2008/layout/RadialCluster"/>
    <dgm:cxn modelId="{440DA1AB-0C48-4B5A-816E-D8023DAFB9AD}" type="presParOf" srcId="{B37CEE9B-7570-41A9-81F6-98B78367A4FA}" destId="{D3405527-98AB-4FF5-8688-2C3F22EFD600}" srcOrd="3" destOrd="0" presId="urn:microsoft.com/office/officeart/2008/layout/RadialCluster"/>
    <dgm:cxn modelId="{9B5F5767-C2AB-40C9-8E19-7F88905ED6A6}" type="presParOf" srcId="{B37CEE9B-7570-41A9-81F6-98B78367A4FA}" destId="{2C450015-E236-4112-A629-5BB16C91E01A}" srcOrd="4" destOrd="0" presId="urn:microsoft.com/office/officeart/2008/layout/RadialCluster"/>
    <dgm:cxn modelId="{9E6BE15A-C72A-40CF-91D9-F68ED721E919}" type="presParOf" srcId="{B37CEE9B-7570-41A9-81F6-98B78367A4FA}" destId="{6CED66F0-5192-4076-8EA6-9639CB1553D6}" srcOrd="5" destOrd="0" presId="urn:microsoft.com/office/officeart/2008/layout/RadialCluster"/>
    <dgm:cxn modelId="{8939D327-4FA8-4397-B2C0-F92B060FB7C5}" type="presParOf" srcId="{B37CEE9B-7570-41A9-81F6-98B78367A4FA}" destId="{10815EAB-4170-42D4-A326-5D18A7179795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38C5FC-7283-40A3-B089-349C97ADEDC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D2385D85-287D-4D87-90A7-B476E9DDF4BD}">
      <dgm:prSet phldrT="[Texto]"/>
      <dgm:spPr/>
      <dgm:t>
        <a:bodyPr/>
        <a:lstStyle/>
        <a:p>
          <a:r>
            <a:rPr lang="es-MX" b="0" i="0" dirty="0" smtClean="0"/>
            <a:t>Fomenta la modernización tecnológica de la micro-industria textil local mediante </a:t>
          </a:r>
          <a:r>
            <a:rPr lang="es-MX" b="0" i="0" dirty="0" err="1" smtClean="0"/>
            <a:t>IoT</a:t>
          </a:r>
          <a:r>
            <a:rPr lang="es-MX" b="0" i="0" dirty="0" smtClean="0"/>
            <a:t> y Machine </a:t>
          </a:r>
          <a:r>
            <a:rPr lang="es-MX" b="0" i="0" dirty="0" err="1" smtClean="0"/>
            <a:t>Learning</a:t>
          </a:r>
          <a:r>
            <a:rPr lang="es-MX" b="0" i="0" dirty="0" smtClean="0"/>
            <a:t>.</a:t>
          </a:r>
          <a:endParaRPr lang="es-ES" dirty="0"/>
        </a:p>
      </dgm:t>
    </dgm:pt>
    <dgm:pt modelId="{9E9F3705-A9EF-4EE7-9C88-8C4DF99FE510}" type="parTrans" cxnId="{BB9D672D-EFE7-47D8-A83B-7B95A7053A38}">
      <dgm:prSet/>
      <dgm:spPr/>
      <dgm:t>
        <a:bodyPr/>
        <a:lstStyle/>
        <a:p>
          <a:endParaRPr lang="es-ES"/>
        </a:p>
      </dgm:t>
    </dgm:pt>
    <dgm:pt modelId="{02B0AF74-3ECF-45FC-850C-C3BA3E470038}" type="sibTrans" cxnId="{BB9D672D-EFE7-47D8-A83B-7B95A7053A38}">
      <dgm:prSet/>
      <dgm:spPr/>
      <dgm:t>
        <a:bodyPr/>
        <a:lstStyle/>
        <a:p>
          <a:endParaRPr lang="es-ES"/>
        </a:p>
      </dgm:t>
    </dgm:pt>
    <dgm:pt modelId="{E2D08C61-F547-418A-98EC-45DCE32C2118}">
      <dgm:prSet phldrT="[Texto]"/>
      <dgm:spPr/>
      <dgm:t>
        <a:bodyPr/>
        <a:lstStyle/>
        <a:p>
          <a:r>
            <a:rPr lang="es-MX" b="0" i="0" dirty="0" smtClean="0"/>
            <a:t>Reduce la generación de desechos y mermas mediante la optimización de procesos basada en el monitoreo del peso.</a:t>
          </a:r>
          <a:endParaRPr lang="es-ES" dirty="0"/>
        </a:p>
      </dgm:t>
    </dgm:pt>
    <dgm:pt modelId="{5662ED33-9634-46BF-923A-B32362FA791A}" type="parTrans" cxnId="{6EBA7C19-DD74-400A-A342-D2E07387B480}">
      <dgm:prSet/>
      <dgm:spPr/>
      <dgm:t>
        <a:bodyPr/>
        <a:lstStyle/>
        <a:p>
          <a:endParaRPr lang="es-ES"/>
        </a:p>
      </dgm:t>
    </dgm:pt>
    <dgm:pt modelId="{C50C7346-441F-4D45-A3A0-A496F7AEEC94}" type="sibTrans" cxnId="{6EBA7C19-DD74-400A-A342-D2E07387B480}">
      <dgm:prSet/>
      <dgm:spPr/>
      <dgm:t>
        <a:bodyPr/>
        <a:lstStyle/>
        <a:p>
          <a:endParaRPr lang="es-ES"/>
        </a:p>
      </dgm:t>
    </dgm:pt>
    <dgm:pt modelId="{6D554A1A-3D53-44D3-A573-3314751C006D}">
      <dgm:prSet phldrT="[Texto]"/>
      <dgm:spPr/>
      <dgm:t>
        <a:bodyPr/>
        <a:lstStyle/>
        <a:p>
          <a:r>
            <a:rPr lang="es-MX" b="0" i="0" dirty="0" smtClean="0"/>
            <a:t>Proporciona una metodología técnica para la medición, control y reducción de la huella de carbono en la producción de </a:t>
          </a:r>
          <a:r>
            <a:rPr lang="es-MX" b="0" i="0" dirty="0" err="1" smtClean="0"/>
            <a:t>denim</a:t>
          </a:r>
          <a:r>
            <a:rPr lang="es-MX" b="0" i="0" dirty="0" smtClean="0"/>
            <a:t>.</a:t>
          </a:r>
          <a:endParaRPr lang="es-ES" dirty="0"/>
        </a:p>
      </dgm:t>
    </dgm:pt>
    <dgm:pt modelId="{24FFBA7C-ED9A-4869-B08D-37CAFA12355C}" type="parTrans" cxnId="{ABDBB487-B05F-4B40-8243-8BE80E43A263}">
      <dgm:prSet/>
      <dgm:spPr/>
      <dgm:t>
        <a:bodyPr/>
        <a:lstStyle/>
        <a:p>
          <a:endParaRPr lang="es-ES"/>
        </a:p>
      </dgm:t>
    </dgm:pt>
    <dgm:pt modelId="{B1261A53-568F-4D8B-9E72-DD9934AEEA39}" type="sibTrans" cxnId="{ABDBB487-B05F-4B40-8243-8BE80E43A263}">
      <dgm:prSet/>
      <dgm:spPr/>
      <dgm:t>
        <a:bodyPr/>
        <a:lstStyle/>
        <a:p>
          <a:endParaRPr lang="es-ES"/>
        </a:p>
      </dgm:t>
    </dgm:pt>
    <dgm:pt modelId="{34D1BC5E-980F-4D69-8723-21D1C8E36427}" type="pres">
      <dgm:prSet presAssocID="{5C38C5FC-7283-40A3-B089-349C97ADEDC6}" presName="linearFlow" presStyleCnt="0">
        <dgm:presLayoutVars>
          <dgm:dir/>
          <dgm:resizeHandles val="exact"/>
        </dgm:presLayoutVars>
      </dgm:prSet>
      <dgm:spPr/>
    </dgm:pt>
    <dgm:pt modelId="{34CC9CF4-69CE-44FA-8491-290C3EA20EA7}" type="pres">
      <dgm:prSet presAssocID="{D2385D85-287D-4D87-90A7-B476E9DDF4BD}" presName="composite" presStyleCnt="0"/>
      <dgm:spPr/>
    </dgm:pt>
    <dgm:pt modelId="{D132D24D-AF9E-4015-9042-F320C1471BFC}" type="pres">
      <dgm:prSet presAssocID="{D2385D85-287D-4D87-90A7-B476E9DDF4BD}" presName="imgShp" presStyleLbl="fgImgPlace1" presStyleIdx="0" presStyleCnt="3" custScaleX="111153" custScaleY="11041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E2074E2-23F2-4838-A93A-AA55756DA0A1}" type="pres">
      <dgm:prSet presAssocID="{D2385D85-287D-4D87-90A7-B476E9DDF4BD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F2A1B1F-F11E-46D8-9688-FE357D04C460}" type="pres">
      <dgm:prSet presAssocID="{02B0AF74-3ECF-45FC-850C-C3BA3E470038}" presName="spacing" presStyleCnt="0"/>
      <dgm:spPr/>
    </dgm:pt>
    <dgm:pt modelId="{7EB3997B-46A2-475E-A119-7E3CC4D8892D}" type="pres">
      <dgm:prSet presAssocID="{E2D08C61-F547-418A-98EC-45DCE32C2118}" presName="composite" presStyleCnt="0"/>
      <dgm:spPr/>
    </dgm:pt>
    <dgm:pt modelId="{C4D99751-D024-4528-9964-F02469BFD3C2}" type="pres">
      <dgm:prSet presAssocID="{E2D08C61-F547-418A-98EC-45DCE32C2118}" presName="imgShp" presStyleLbl="fgImgPlace1" presStyleIdx="1" presStyleCnt="3" custScaleX="114766" custScaleY="120067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B0B3F60-9898-44DA-B7CE-3FE1EC41DEC9}" type="pres">
      <dgm:prSet presAssocID="{E2D08C61-F547-418A-98EC-45DCE32C2118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DDFA923-C8CC-436A-BD97-2A260EBF1BB2}" type="pres">
      <dgm:prSet presAssocID="{C50C7346-441F-4D45-A3A0-A496F7AEEC94}" presName="spacing" presStyleCnt="0"/>
      <dgm:spPr/>
    </dgm:pt>
    <dgm:pt modelId="{D30E9B52-501E-4E50-A0F6-E43D95865125}" type="pres">
      <dgm:prSet presAssocID="{6D554A1A-3D53-44D3-A573-3314751C006D}" presName="composite" presStyleCnt="0"/>
      <dgm:spPr/>
    </dgm:pt>
    <dgm:pt modelId="{849AAB0F-E0C1-4B77-8C68-954D412FEBAD}" type="pres">
      <dgm:prSet presAssocID="{6D554A1A-3D53-44D3-A573-3314751C006D}" presName="imgShp" presStyleLbl="fgImgPlace1" presStyleIdx="2" presStyleCnt="3" custScaleX="113209" custScaleY="12010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A12A725-6716-4F4B-9E42-38BD97EDE5B8}" type="pres">
      <dgm:prSet presAssocID="{6D554A1A-3D53-44D3-A573-3314751C006D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B9D672D-EFE7-47D8-A83B-7B95A7053A38}" srcId="{5C38C5FC-7283-40A3-B089-349C97ADEDC6}" destId="{D2385D85-287D-4D87-90A7-B476E9DDF4BD}" srcOrd="0" destOrd="0" parTransId="{9E9F3705-A9EF-4EE7-9C88-8C4DF99FE510}" sibTransId="{02B0AF74-3ECF-45FC-850C-C3BA3E470038}"/>
    <dgm:cxn modelId="{ABDBB487-B05F-4B40-8243-8BE80E43A263}" srcId="{5C38C5FC-7283-40A3-B089-349C97ADEDC6}" destId="{6D554A1A-3D53-44D3-A573-3314751C006D}" srcOrd="2" destOrd="0" parTransId="{24FFBA7C-ED9A-4869-B08D-37CAFA12355C}" sibTransId="{B1261A53-568F-4D8B-9E72-DD9934AEEA39}"/>
    <dgm:cxn modelId="{DC9D4FBC-BC7A-41CC-9531-30247B1E8C2A}" type="presOf" srcId="{D2385D85-287D-4D87-90A7-B476E9DDF4BD}" destId="{AE2074E2-23F2-4838-A93A-AA55756DA0A1}" srcOrd="0" destOrd="0" presId="urn:microsoft.com/office/officeart/2005/8/layout/vList3"/>
    <dgm:cxn modelId="{C4A0904E-89FE-44FE-86ED-A81E89288301}" type="presOf" srcId="{E2D08C61-F547-418A-98EC-45DCE32C2118}" destId="{2B0B3F60-9898-44DA-B7CE-3FE1EC41DEC9}" srcOrd="0" destOrd="0" presId="urn:microsoft.com/office/officeart/2005/8/layout/vList3"/>
    <dgm:cxn modelId="{643305A0-E0C1-4B01-AAA6-726B927B4D17}" type="presOf" srcId="{6D554A1A-3D53-44D3-A573-3314751C006D}" destId="{FA12A725-6716-4F4B-9E42-38BD97EDE5B8}" srcOrd="0" destOrd="0" presId="urn:microsoft.com/office/officeart/2005/8/layout/vList3"/>
    <dgm:cxn modelId="{6EBA7C19-DD74-400A-A342-D2E07387B480}" srcId="{5C38C5FC-7283-40A3-B089-349C97ADEDC6}" destId="{E2D08C61-F547-418A-98EC-45DCE32C2118}" srcOrd="1" destOrd="0" parTransId="{5662ED33-9634-46BF-923A-B32362FA791A}" sibTransId="{C50C7346-441F-4D45-A3A0-A496F7AEEC94}"/>
    <dgm:cxn modelId="{CEB765D1-7440-4EBE-AB73-6D4A95955844}" type="presOf" srcId="{5C38C5FC-7283-40A3-B089-349C97ADEDC6}" destId="{34D1BC5E-980F-4D69-8723-21D1C8E36427}" srcOrd="0" destOrd="0" presId="urn:microsoft.com/office/officeart/2005/8/layout/vList3"/>
    <dgm:cxn modelId="{D06BE654-B395-483B-88A6-2B98CBC248B8}" type="presParOf" srcId="{34D1BC5E-980F-4D69-8723-21D1C8E36427}" destId="{34CC9CF4-69CE-44FA-8491-290C3EA20EA7}" srcOrd="0" destOrd="0" presId="urn:microsoft.com/office/officeart/2005/8/layout/vList3"/>
    <dgm:cxn modelId="{D64E9B91-0574-440C-AACE-D65A9F01FA2D}" type="presParOf" srcId="{34CC9CF4-69CE-44FA-8491-290C3EA20EA7}" destId="{D132D24D-AF9E-4015-9042-F320C1471BFC}" srcOrd="0" destOrd="0" presId="urn:microsoft.com/office/officeart/2005/8/layout/vList3"/>
    <dgm:cxn modelId="{5AB5F4F4-261C-447D-A7FE-CF6A75D28F84}" type="presParOf" srcId="{34CC9CF4-69CE-44FA-8491-290C3EA20EA7}" destId="{AE2074E2-23F2-4838-A93A-AA55756DA0A1}" srcOrd="1" destOrd="0" presId="urn:microsoft.com/office/officeart/2005/8/layout/vList3"/>
    <dgm:cxn modelId="{027B15B1-7E5D-4931-92FA-D39D7D53E177}" type="presParOf" srcId="{34D1BC5E-980F-4D69-8723-21D1C8E36427}" destId="{2F2A1B1F-F11E-46D8-9688-FE357D04C460}" srcOrd="1" destOrd="0" presId="urn:microsoft.com/office/officeart/2005/8/layout/vList3"/>
    <dgm:cxn modelId="{CFC30CC3-640D-4310-8B85-4C485DD7DD90}" type="presParOf" srcId="{34D1BC5E-980F-4D69-8723-21D1C8E36427}" destId="{7EB3997B-46A2-475E-A119-7E3CC4D8892D}" srcOrd="2" destOrd="0" presId="urn:microsoft.com/office/officeart/2005/8/layout/vList3"/>
    <dgm:cxn modelId="{2C70CD34-CF63-4267-901E-B1208F5B8E45}" type="presParOf" srcId="{7EB3997B-46A2-475E-A119-7E3CC4D8892D}" destId="{C4D99751-D024-4528-9964-F02469BFD3C2}" srcOrd="0" destOrd="0" presId="urn:microsoft.com/office/officeart/2005/8/layout/vList3"/>
    <dgm:cxn modelId="{D6926451-0BF6-4FA9-9C5E-CE7AC7600EAA}" type="presParOf" srcId="{7EB3997B-46A2-475E-A119-7E3CC4D8892D}" destId="{2B0B3F60-9898-44DA-B7CE-3FE1EC41DEC9}" srcOrd="1" destOrd="0" presId="urn:microsoft.com/office/officeart/2005/8/layout/vList3"/>
    <dgm:cxn modelId="{09805505-188C-43C7-9E1F-637D33F5B1C4}" type="presParOf" srcId="{34D1BC5E-980F-4D69-8723-21D1C8E36427}" destId="{7DDFA923-C8CC-436A-BD97-2A260EBF1BB2}" srcOrd="3" destOrd="0" presId="urn:microsoft.com/office/officeart/2005/8/layout/vList3"/>
    <dgm:cxn modelId="{DDD7B280-0FF2-4BB3-A60F-5313FBCBADEB}" type="presParOf" srcId="{34D1BC5E-980F-4D69-8723-21D1C8E36427}" destId="{D30E9B52-501E-4E50-A0F6-E43D95865125}" srcOrd="4" destOrd="0" presId="urn:microsoft.com/office/officeart/2005/8/layout/vList3"/>
    <dgm:cxn modelId="{EA29A641-D369-4A6D-927A-5035E39086FB}" type="presParOf" srcId="{D30E9B52-501E-4E50-A0F6-E43D95865125}" destId="{849AAB0F-E0C1-4B77-8C68-954D412FEBAD}" srcOrd="0" destOrd="0" presId="urn:microsoft.com/office/officeart/2005/8/layout/vList3"/>
    <dgm:cxn modelId="{15F994DF-E813-41AA-AE3E-651AF7BF9429}" type="presParOf" srcId="{D30E9B52-501E-4E50-A0F6-E43D95865125}" destId="{FA12A725-6716-4F4B-9E42-38BD97EDE5B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E36DA2-C6F9-47F9-84F8-01B6CCE04B5B}" type="doc">
      <dgm:prSet loTypeId="urn:microsoft.com/office/officeart/2005/8/layout/hList9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ES"/>
        </a:p>
      </dgm:t>
    </dgm:pt>
    <dgm:pt modelId="{5FBA7884-995A-4757-97EE-B52BE20A1230}">
      <dgm:prSet phldrT="[Texto]"/>
      <dgm:spPr/>
      <dgm:t>
        <a:bodyPr/>
        <a:lstStyle/>
        <a:p>
          <a:r>
            <a:rPr lang="es-ES" dirty="0" smtClean="0"/>
            <a:t>Lo que sí incluye</a:t>
          </a:r>
          <a:endParaRPr lang="es-ES" dirty="0"/>
        </a:p>
      </dgm:t>
    </dgm:pt>
    <dgm:pt modelId="{64AF0BC6-C200-4B10-B2C7-EC625D85159B}" type="parTrans" cxnId="{8BA53010-B5F4-4C63-827C-75CE80A89975}">
      <dgm:prSet/>
      <dgm:spPr/>
      <dgm:t>
        <a:bodyPr/>
        <a:lstStyle/>
        <a:p>
          <a:endParaRPr lang="es-ES"/>
        </a:p>
      </dgm:t>
    </dgm:pt>
    <dgm:pt modelId="{EEBF433A-DD17-4F7A-A791-F948A38333E3}" type="sibTrans" cxnId="{8BA53010-B5F4-4C63-827C-75CE80A89975}">
      <dgm:prSet/>
      <dgm:spPr/>
      <dgm:t>
        <a:bodyPr/>
        <a:lstStyle/>
        <a:p>
          <a:endParaRPr lang="es-ES"/>
        </a:p>
      </dgm:t>
    </dgm:pt>
    <dgm:pt modelId="{9FCA8887-56B4-4376-9A93-A40C2EF3B59A}">
      <dgm:prSet phldrT="[Texto]"/>
      <dgm:spPr/>
      <dgm:t>
        <a:bodyPr/>
        <a:lstStyle/>
        <a:p>
          <a:r>
            <a:rPr lang="es-EC" b="0" i="0" dirty="0" smtClean="0"/>
            <a:t>Hardware (</a:t>
          </a:r>
          <a:r>
            <a:rPr lang="es-EC" b="0" i="0" dirty="0" err="1" smtClean="0"/>
            <a:t>Edge</a:t>
          </a:r>
          <a:r>
            <a:rPr lang="es-EC" b="0" i="0" dirty="0" smtClean="0"/>
            <a:t>)</a:t>
          </a:r>
          <a:endParaRPr lang="es-ES" b="0" dirty="0"/>
        </a:p>
      </dgm:t>
    </dgm:pt>
    <dgm:pt modelId="{0699E525-E8F0-491C-B730-0F2E02B48B91}" type="parTrans" cxnId="{B020E8E7-43B8-4C25-BCFC-8D7F9B73FB75}">
      <dgm:prSet/>
      <dgm:spPr/>
      <dgm:t>
        <a:bodyPr/>
        <a:lstStyle/>
        <a:p>
          <a:endParaRPr lang="es-ES"/>
        </a:p>
      </dgm:t>
    </dgm:pt>
    <dgm:pt modelId="{46264568-15CB-48D7-8F15-AF48F19B48DE}" type="sibTrans" cxnId="{B020E8E7-43B8-4C25-BCFC-8D7F9B73FB75}">
      <dgm:prSet/>
      <dgm:spPr/>
      <dgm:t>
        <a:bodyPr/>
        <a:lstStyle/>
        <a:p>
          <a:endParaRPr lang="es-ES"/>
        </a:p>
      </dgm:t>
    </dgm:pt>
    <dgm:pt modelId="{27138AF8-F862-472A-8513-FC5E028EC735}">
      <dgm:prSet phldrT="[Texto]"/>
      <dgm:spPr/>
      <dgm:t>
        <a:bodyPr/>
        <a:lstStyle/>
        <a:p>
          <a:r>
            <a:rPr lang="es-EC" b="0" i="0" dirty="0" smtClean="0"/>
            <a:t>Software y ML</a:t>
          </a:r>
          <a:endParaRPr lang="es-ES" b="0" dirty="0"/>
        </a:p>
      </dgm:t>
    </dgm:pt>
    <dgm:pt modelId="{BF501896-9CBF-4996-99F7-6FEFD959FA00}" type="parTrans" cxnId="{32F357D5-C879-4AB9-9A27-0115C195F951}">
      <dgm:prSet/>
      <dgm:spPr/>
      <dgm:t>
        <a:bodyPr/>
        <a:lstStyle/>
        <a:p>
          <a:endParaRPr lang="es-ES"/>
        </a:p>
      </dgm:t>
    </dgm:pt>
    <dgm:pt modelId="{24278E0D-84B3-46CD-989B-99D2F2D84D20}" type="sibTrans" cxnId="{32F357D5-C879-4AB9-9A27-0115C195F951}">
      <dgm:prSet/>
      <dgm:spPr/>
      <dgm:t>
        <a:bodyPr/>
        <a:lstStyle/>
        <a:p>
          <a:endParaRPr lang="es-ES"/>
        </a:p>
      </dgm:t>
    </dgm:pt>
    <dgm:pt modelId="{C0761AD1-E5D6-4D91-86A4-E8E9866F03C6}">
      <dgm:prSet phldrT="[Texto]"/>
      <dgm:spPr/>
      <dgm:t>
        <a:bodyPr/>
        <a:lstStyle/>
        <a:p>
          <a:r>
            <a:rPr lang="es-EC" b="1" i="0" dirty="0" smtClean="0"/>
            <a:t>Límites del Proyecto</a:t>
          </a:r>
          <a:endParaRPr lang="es-ES" dirty="0"/>
        </a:p>
      </dgm:t>
    </dgm:pt>
    <dgm:pt modelId="{D1B715B4-6AC4-44EE-8FAA-1EFFB54E3413}" type="parTrans" cxnId="{F375A659-BE0C-4AFE-A969-9655CD87AE78}">
      <dgm:prSet/>
      <dgm:spPr/>
      <dgm:t>
        <a:bodyPr/>
        <a:lstStyle/>
        <a:p>
          <a:endParaRPr lang="es-ES"/>
        </a:p>
      </dgm:t>
    </dgm:pt>
    <dgm:pt modelId="{13411223-D9C6-4383-983D-A1E1A210486B}" type="sibTrans" cxnId="{F375A659-BE0C-4AFE-A969-9655CD87AE78}">
      <dgm:prSet/>
      <dgm:spPr/>
      <dgm:t>
        <a:bodyPr/>
        <a:lstStyle/>
        <a:p>
          <a:endParaRPr lang="es-ES"/>
        </a:p>
      </dgm:t>
    </dgm:pt>
    <dgm:pt modelId="{780ED43A-5A95-4729-9CC8-7BFDD327F564}">
      <dgm:prSet phldrT="[Texto]"/>
      <dgm:spPr/>
      <dgm:t>
        <a:bodyPr/>
        <a:lstStyle/>
        <a:p>
          <a:r>
            <a:rPr lang="es-EC" b="0" i="0" dirty="0" smtClean="0"/>
            <a:t>Monitoreo Pasivo</a:t>
          </a:r>
          <a:endParaRPr lang="es-ES" b="0" dirty="0"/>
        </a:p>
      </dgm:t>
    </dgm:pt>
    <dgm:pt modelId="{ADB2D7ED-B2FB-4DA2-AB63-CD7DFA62BC0F}" type="parTrans" cxnId="{D470FFE1-D650-400E-BEDE-11569A3A0D42}">
      <dgm:prSet/>
      <dgm:spPr/>
      <dgm:t>
        <a:bodyPr/>
        <a:lstStyle/>
        <a:p>
          <a:endParaRPr lang="es-ES"/>
        </a:p>
      </dgm:t>
    </dgm:pt>
    <dgm:pt modelId="{5E9CD098-4093-4892-AF62-ECBE4BC07F3A}" type="sibTrans" cxnId="{D470FFE1-D650-400E-BEDE-11569A3A0D42}">
      <dgm:prSet/>
      <dgm:spPr/>
      <dgm:t>
        <a:bodyPr/>
        <a:lstStyle/>
        <a:p>
          <a:endParaRPr lang="es-ES"/>
        </a:p>
      </dgm:t>
    </dgm:pt>
    <dgm:pt modelId="{663C11BB-8243-4BC8-86F7-0BCDF19E9CFA}">
      <dgm:prSet phldrT="[Texto]"/>
      <dgm:spPr/>
      <dgm:t>
        <a:bodyPr/>
        <a:lstStyle/>
        <a:p>
          <a:r>
            <a:rPr lang="es-EC" b="0" i="0" dirty="0" smtClean="0"/>
            <a:t>Enfoque Específico</a:t>
          </a:r>
          <a:endParaRPr lang="es-ES" b="0" dirty="0"/>
        </a:p>
      </dgm:t>
    </dgm:pt>
    <dgm:pt modelId="{BF54D0C3-F65B-42BF-A7C5-4B274493F1D3}" type="parTrans" cxnId="{969AB8FA-7261-403C-8A18-0A71E89CC5F3}">
      <dgm:prSet/>
      <dgm:spPr/>
      <dgm:t>
        <a:bodyPr/>
        <a:lstStyle/>
        <a:p>
          <a:endParaRPr lang="es-ES"/>
        </a:p>
      </dgm:t>
    </dgm:pt>
    <dgm:pt modelId="{A0C7FC9B-1761-4CC5-B038-88BEB4519FC3}" type="sibTrans" cxnId="{969AB8FA-7261-403C-8A18-0A71E89CC5F3}">
      <dgm:prSet/>
      <dgm:spPr/>
      <dgm:t>
        <a:bodyPr/>
        <a:lstStyle/>
        <a:p>
          <a:endParaRPr lang="es-ES"/>
        </a:p>
      </dgm:t>
    </dgm:pt>
    <dgm:pt modelId="{D6517110-064C-4EB6-90FC-A1BC8A6CF103}">
      <dgm:prSet phldrT="[Texto]"/>
      <dgm:spPr/>
      <dgm:t>
        <a:bodyPr/>
        <a:lstStyle/>
        <a:p>
          <a:r>
            <a:rPr lang="es-EC" b="0" i="0" dirty="0" smtClean="0"/>
            <a:t>Dashboard (</a:t>
          </a:r>
          <a:r>
            <a:rPr lang="es-EC" b="0" i="0" dirty="0" err="1" smtClean="0"/>
            <a:t>Streamlit</a:t>
          </a:r>
          <a:r>
            <a:rPr lang="es-EC" b="0" i="0" dirty="0" smtClean="0"/>
            <a:t>)</a:t>
          </a:r>
          <a:endParaRPr lang="es-ES" b="0" dirty="0"/>
        </a:p>
      </dgm:t>
    </dgm:pt>
    <dgm:pt modelId="{C930DA97-D8E0-417E-BAD1-D80B9AC1D3CE}" type="parTrans" cxnId="{19D0027B-CE3F-411B-810B-A091F2687F9B}">
      <dgm:prSet/>
      <dgm:spPr/>
      <dgm:t>
        <a:bodyPr/>
        <a:lstStyle/>
        <a:p>
          <a:endParaRPr lang="es-ES"/>
        </a:p>
      </dgm:t>
    </dgm:pt>
    <dgm:pt modelId="{39D794B8-59F2-41CE-9C30-7E6CB18F6B79}" type="sibTrans" cxnId="{19D0027B-CE3F-411B-810B-A091F2687F9B}">
      <dgm:prSet/>
      <dgm:spPr/>
      <dgm:t>
        <a:bodyPr/>
        <a:lstStyle/>
        <a:p>
          <a:endParaRPr lang="es-ES"/>
        </a:p>
      </dgm:t>
    </dgm:pt>
    <dgm:pt modelId="{A879FA86-402D-496E-B23F-F24920274586}" type="pres">
      <dgm:prSet presAssocID="{8DE36DA2-C6F9-47F9-84F8-01B6CCE04B5B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35D5EA65-2CC1-4A40-887D-793670068999}" type="pres">
      <dgm:prSet presAssocID="{5FBA7884-995A-4757-97EE-B52BE20A1230}" presName="posSpace" presStyleCnt="0"/>
      <dgm:spPr/>
    </dgm:pt>
    <dgm:pt modelId="{BE58DF96-A45D-4A53-B397-AE57C6F285BC}" type="pres">
      <dgm:prSet presAssocID="{5FBA7884-995A-4757-97EE-B52BE20A1230}" presName="vertFlow" presStyleCnt="0"/>
      <dgm:spPr/>
    </dgm:pt>
    <dgm:pt modelId="{89E9A17B-01B4-4EE6-A4F2-739F555715CB}" type="pres">
      <dgm:prSet presAssocID="{5FBA7884-995A-4757-97EE-B52BE20A1230}" presName="topSpace" presStyleCnt="0"/>
      <dgm:spPr/>
    </dgm:pt>
    <dgm:pt modelId="{2AB4BBD9-D645-400B-A965-183468D84F96}" type="pres">
      <dgm:prSet presAssocID="{5FBA7884-995A-4757-97EE-B52BE20A1230}" presName="firstComp" presStyleCnt="0"/>
      <dgm:spPr/>
    </dgm:pt>
    <dgm:pt modelId="{A50428CB-DB61-4C91-B097-2964A0E4BAC0}" type="pres">
      <dgm:prSet presAssocID="{5FBA7884-995A-4757-97EE-B52BE20A1230}" presName="firstChild" presStyleLbl="bgAccFollowNode1" presStyleIdx="0" presStyleCnt="5" custLinFactNeighborX="-24401" custLinFactNeighborY="-687"/>
      <dgm:spPr/>
      <dgm:t>
        <a:bodyPr/>
        <a:lstStyle/>
        <a:p>
          <a:endParaRPr lang="es-ES"/>
        </a:p>
      </dgm:t>
    </dgm:pt>
    <dgm:pt modelId="{181AFF11-22D1-4F3F-8654-324A72D9C33C}" type="pres">
      <dgm:prSet presAssocID="{5FBA7884-995A-4757-97EE-B52BE20A1230}" presName="firstChildTx" presStyleLbl="bg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6A10644-CA18-42C1-B112-532348334506}" type="pres">
      <dgm:prSet presAssocID="{27138AF8-F862-472A-8513-FC5E028EC735}" presName="comp" presStyleCnt="0"/>
      <dgm:spPr/>
    </dgm:pt>
    <dgm:pt modelId="{A3D79B44-035C-4089-B99E-A16E80A5D557}" type="pres">
      <dgm:prSet presAssocID="{27138AF8-F862-472A-8513-FC5E028EC735}" presName="child" presStyleLbl="bgAccFollowNode1" presStyleIdx="1" presStyleCnt="5" custLinFactNeighborX="-24316" custLinFactNeighborY="-6184"/>
      <dgm:spPr/>
      <dgm:t>
        <a:bodyPr/>
        <a:lstStyle/>
        <a:p>
          <a:endParaRPr lang="es-ES"/>
        </a:p>
      </dgm:t>
    </dgm:pt>
    <dgm:pt modelId="{4DAA98CC-6CC4-4D30-98BB-748F03EF50D8}" type="pres">
      <dgm:prSet presAssocID="{27138AF8-F862-472A-8513-FC5E028EC735}" presName="childTx" presStyleLbl="bg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9AEF0AF-567F-4FC8-BFED-530EF2F76B5B}" type="pres">
      <dgm:prSet presAssocID="{D6517110-064C-4EB6-90FC-A1BC8A6CF103}" presName="comp" presStyleCnt="0"/>
      <dgm:spPr/>
    </dgm:pt>
    <dgm:pt modelId="{62141DEE-7EBF-4B39-A999-AC4DF50F4C03}" type="pres">
      <dgm:prSet presAssocID="{D6517110-064C-4EB6-90FC-A1BC8A6CF103}" presName="child" presStyleLbl="bgAccFollowNode1" presStyleIdx="2" presStyleCnt="5" custLinFactNeighborX="-24401" custLinFactNeighborY="-10791"/>
      <dgm:spPr/>
      <dgm:t>
        <a:bodyPr/>
        <a:lstStyle/>
        <a:p>
          <a:endParaRPr lang="es-ES"/>
        </a:p>
      </dgm:t>
    </dgm:pt>
    <dgm:pt modelId="{FB4C8F8D-F490-46DE-9B25-FE43C6BEC960}" type="pres">
      <dgm:prSet presAssocID="{D6517110-064C-4EB6-90FC-A1BC8A6CF103}" presName="childTx" presStyleLbl="bg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330B61A-6FFE-4856-BFC3-87F695D7A64E}" type="pres">
      <dgm:prSet presAssocID="{5FBA7884-995A-4757-97EE-B52BE20A1230}" presName="negSpace" presStyleCnt="0"/>
      <dgm:spPr/>
    </dgm:pt>
    <dgm:pt modelId="{FBE8B904-B01D-4D3C-98CF-3376325DEEA4}" type="pres">
      <dgm:prSet presAssocID="{5FBA7884-995A-4757-97EE-B52BE20A1230}" presName="circle" presStyleLbl="node1" presStyleIdx="0" presStyleCnt="2" custLinFactNeighborX="-37734" custLinFactNeighborY="-688"/>
      <dgm:spPr/>
      <dgm:t>
        <a:bodyPr/>
        <a:lstStyle/>
        <a:p>
          <a:endParaRPr lang="es-ES"/>
        </a:p>
      </dgm:t>
    </dgm:pt>
    <dgm:pt modelId="{423B2236-3D6D-4FC8-BACC-5E750DEC3F9F}" type="pres">
      <dgm:prSet presAssocID="{EEBF433A-DD17-4F7A-A791-F948A38333E3}" presName="transSpace" presStyleCnt="0"/>
      <dgm:spPr/>
    </dgm:pt>
    <dgm:pt modelId="{688AE5DD-B1F0-4134-8319-330A8E26A05C}" type="pres">
      <dgm:prSet presAssocID="{C0761AD1-E5D6-4D91-86A4-E8E9866F03C6}" presName="posSpace" presStyleCnt="0"/>
      <dgm:spPr/>
    </dgm:pt>
    <dgm:pt modelId="{E38FE476-E3CD-4CE5-82B2-CDECB0561595}" type="pres">
      <dgm:prSet presAssocID="{C0761AD1-E5D6-4D91-86A4-E8E9866F03C6}" presName="vertFlow" presStyleCnt="0"/>
      <dgm:spPr/>
    </dgm:pt>
    <dgm:pt modelId="{A65E0FE1-E385-4379-A86D-2D8CF2C7508C}" type="pres">
      <dgm:prSet presAssocID="{C0761AD1-E5D6-4D91-86A4-E8E9866F03C6}" presName="topSpace" presStyleCnt="0"/>
      <dgm:spPr/>
    </dgm:pt>
    <dgm:pt modelId="{13B7718C-48A3-41DE-BA17-CDE5B71D9A78}" type="pres">
      <dgm:prSet presAssocID="{C0761AD1-E5D6-4D91-86A4-E8E9866F03C6}" presName="firstComp" presStyleCnt="0"/>
      <dgm:spPr/>
    </dgm:pt>
    <dgm:pt modelId="{308BA60C-F5B1-40AD-B227-85E71B01B435}" type="pres">
      <dgm:prSet presAssocID="{C0761AD1-E5D6-4D91-86A4-E8E9866F03C6}" presName="firstChild" presStyleLbl="bgAccFollowNode1" presStyleIdx="3" presStyleCnt="5"/>
      <dgm:spPr/>
      <dgm:t>
        <a:bodyPr/>
        <a:lstStyle/>
        <a:p>
          <a:endParaRPr lang="es-ES"/>
        </a:p>
      </dgm:t>
    </dgm:pt>
    <dgm:pt modelId="{CB78061A-E055-4856-A2FE-7687A13248CD}" type="pres">
      <dgm:prSet presAssocID="{C0761AD1-E5D6-4D91-86A4-E8E9866F03C6}" presName="firstChildTx" presStyleLbl="bg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9B11E49-E5D3-4913-9FCC-42B151EBEDF5}" type="pres">
      <dgm:prSet presAssocID="{663C11BB-8243-4BC8-86F7-0BCDF19E9CFA}" presName="comp" presStyleCnt="0"/>
      <dgm:spPr/>
    </dgm:pt>
    <dgm:pt modelId="{F8001274-3988-474E-9DF5-A236DC789277}" type="pres">
      <dgm:prSet presAssocID="{663C11BB-8243-4BC8-86F7-0BCDF19E9CFA}" presName="child" presStyleLbl="bgAccFollowNode1" presStyleIdx="4" presStyleCnt="5"/>
      <dgm:spPr/>
      <dgm:t>
        <a:bodyPr/>
        <a:lstStyle/>
        <a:p>
          <a:endParaRPr lang="es-ES"/>
        </a:p>
      </dgm:t>
    </dgm:pt>
    <dgm:pt modelId="{0403FC07-9C61-4D90-8708-D3697A678090}" type="pres">
      <dgm:prSet presAssocID="{663C11BB-8243-4BC8-86F7-0BCDF19E9CFA}" presName="childTx" presStyleLbl="bg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0070843-F1AB-46C3-822F-977A86F4084A}" type="pres">
      <dgm:prSet presAssocID="{C0761AD1-E5D6-4D91-86A4-E8E9866F03C6}" presName="negSpace" presStyleCnt="0"/>
      <dgm:spPr/>
    </dgm:pt>
    <dgm:pt modelId="{F7AC9A33-AAE4-4474-9EB6-54FE7663A378}" type="pres">
      <dgm:prSet presAssocID="{C0761AD1-E5D6-4D91-86A4-E8E9866F03C6}" presName="circle" presStyleLbl="node1" presStyleIdx="1" presStyleCnt="2"/>
      <dgm:spPr/>
      <dgm:t>
        <a:bodyPr/>
        <a:lstStyle/>
        <a:p>
          <a:endParaRPr lang="es-ES"/>
        </a:p>
      </dgm:t>
    </dgm:pt>
  </dgm:ptLst>
  <dgm:cxnLst>
    <dgm:cxn modelId="{969AB8FA-7261-403C-8A18-0A71E89CC5F3}" srcId="{C0761AD1-E5D6-4D91-86A4-E8E9866F03C6}" destId="{663C11BB-8243-4BC8-86F7-0BCDF19E9CFA}" srcOrd="1" destOrd="0" parTransId="{BF54D0C3-F65B-42BF-A7C5-4B274493F1D3}" sibTransId="{A0C7FC9B-1761-4CC5-B038-88BEB4519FC3}"/>
    <dgm:cxn modelId="{91D6CC46-BFD2-4118-B3CE-FEDA1C2EC45B}" type="presOf" srcId="{C0761AD1-E5D6-4D91-86A4-E8E9866F03C6}" destId="{F7AC9A33-AAE4-4474-9EB6-54FE7663A378}" srcOrd="0" destOrd="0" presId="urn:microsoft.com/office/officeart/2005/8/layout/hList9"/>
    <dgm:cxn modelId="{5B2A3085-EB13-4280-A039-3FE789075A28}" type="presOf" srcId="{780ED43A-5A95-4729-9CC8-7BFDD327F564}" destId="{CB78061A-E055-4856-A2FE-7687A13248CD}" srcOrd="1" destOrd="0" presId="urn:microsoft.com/office/officeart/2005/8/layout/hList9"/>
    <dgm:cxn modelId="{914A9E3A-516C-489C-8E90-2D7DA0C15B4A}" type="presOf" srcId="{9FCA8887-56B4-4376-9A93-A40C2EF3B59A}" destId="{A50428CB-DB61-4C91-B097-2964A0E4BAC0}" srcOrd="0" destOrd="0" presId="urn:microsoft.com/office/officeart/2005/8/layout/hList9"/>
    <dgm:cxn modelId="{BCDCBBD2-6275-40B3-8619-904BC8CFEEC3}" type="presOf" srcId="{663C11BB-8243-4BC8-86F7-0BCDF19E9CFA}" destId="{0403FC07-9C61-4D90-8708-D3697A678090}" srcOrd="1" destOrd="0" presId="urn:microsoft.com/office/officeart/2005/8/layout/hList9"/>
    <dgm:cxn modelId="{19D0027B-CE3F-411B-810B-A091F2687F9B}" srcId="{5FBA7884-995A-4757-97EE-B52BE20A1230}" destId="{D6517110-064C-4EB6-90FC-A1BC8A6CF103}" srcOrd="2" destOrd="0" parTransId="{C930DA97-D8E0-417E-BAD1-D80B9AC1D3CE}" sibTransId="{39D794B8-59F2-41CE-9C30-7E6CB18F6B79}"/>
    <dgm:cxn modelId="{47F535C1-75B8-49D9-B3D0-52FE423E3999}" type="presOf" srcId="{D6517110-064C-4EB6-90FC-A1BC8A6CF103}" destId="{62141DEE-7EBF-4B39-A999-AC4DF50F4C03}" srcOrd="0" destOrd="0" presId="urn:microsoft.com/office/officeart/2005/8/layout/hList9"/>
    <dgm:cxn modelId="{F375A659-BE0C-4AFE-A969-9655CD87AE78}" srcId="{8DE36DA2-C6F9-47F9-84F8-01B6CCE04B5B}" destId="{C0761AD1-E5D6-4D91-86A4-E8E9866F03C6}" srcOrd="1" destOrd="0" parTransId="{D1B715B4-6AC4-44EE-8FAA-1EFFB54E3413}" sibTransId="{13411223-D9C6-4383-983D-A1E1A210486B}"/>
    <dgm:cxn modelId="{65D97607-D508-42A9-9753-41F61DB3EF7E}" type="presOf" srcId="{27138AF8-F862-472A-8513-FC5E028EC735}" destId="{A3D79B44-035C-4089-B99E-A16E80A5D557}" srcOrd="0" destOrd="0" presId="urn:microsoft.com/office/officeart/2005/8/layout/hList9"/>
    <dgm:cxn modelId="{4422AE93-792A-44E0-82D7-08F184969322}" type="presOf" srcId="{D6517110-064C-4EB6-90FC-A1BC8A6CF103}" destId="{FB4C8F8D-F490-46DE-9B25-FE43C6BEC960}" srcOrd="1" destOrd="0" presId="urn:microsoft.com/office/officeart/2005/8/layout/hList9"/>
    <dgm:cxn modelId="{AF3A4A5B-F239-44B4-A1FC-C00DC8F60B9F}" type="presOf" srcId="{9FCA8887-56B4-4376-9A93-A40C2EF3B59A}" destId="{181AFF11-22D1-4F3F-8654-324A72D9C33C}" srcOrd="1" destOrd="0" presId="urn:microsoft.com/office/officeart/2005/8/layout/hList9"/>
    <dgm:cxn modelId="{D470FFE1-D650-400E-BEDE-11569A3A0D42}" srcId="{C0761AD1-E5D6-4D91-86A4-E8E9866F03C6}" destId="{780ED43A-5A95-4729-9CC8-7BFDD327F564}" srcOrd="0" destOrd="0" parTransId="{ADB2D7ED-B2FB-4DA2-AB63-CD7DFA62BC0F}" sibTransId="{5E9CD098-4093-4892-AF62-ECBE4BC07F3A}"/>
    <dgm:cxn modelId="{4BF047A2-5ADB-4EC7-A11C-CF894A2898F3}" type="presOf" srcId="{663C11BB-8243-4BC8-86F7-0BCDF19E9CFA}" destId="{F8001274-3988-474E-9DF5-A236DC789277}" srcOrd="0" destOrd="0" presId="urn:microsoft.com/office/officeart/2005/8/layout/hList9"/>
    <dgm:cxn modelId="{5699428F-5B82-4B31-AA2E-BBBFA5D6B9C6}" type="presOf" srcId="{8DE36DA2-C6F9-47F9-84F8-01B6CCE04B5B}" destId="{A879FA86-402D-496E-B23F-F24920274586}" srcOrd="0" destOrd="0" presId="urn:microsoft.com/office/officeart/2005/8/layout/hList9"/>
    <dgm:cxn modelId="{92023015-F41B-4549-8E79-2D9B6BD52DD0}" type="presOf" srcId="{27138AF8-F862-472A-8513-FC5E028EC735}" destId="{4DAA98CC-6CC4-4D30-98BB-748F03EF50D8}" srcOrd="1" destOrd="0" presId="urn:microsoft.com/office/officeart/2005/8/layout/hList9"/>
    <dgm:cxn modelId="{32F357D5-C879-4AB9-9A27-0115C195F951}" srcId="{5FBA7884-995A-4757-97EE-B52BE20A1230}" destId="{27138AF8-F862-472A-8513-FC5E028EC735}" srcOrd="1" destOrd="0" parTransId="{BF501896-9CBF-4996-99F7-6FEFD959FA00}" sibTransId="{24278E0D-84B3-46CD-989B-99D2F2D84D20}"/>
    <dgm:cxn modelId="{8BA53010-B5F4-4C63-827C-75CE80A89975}" srcId="{8DE36DA2-C6F9-47F9-84F8-01B6CCE04B5B}" destId="{5FBA7884-995A-4757-97EE-B52BE20A1230}" srcOrd="0" destOrd="0" parTransId="{64AF0BC6-C200-4B10-B2C7-EC625D85159B}" sibTransId="{EEBF433A-DD17-4F7A-A791-F948A38333E3}"/>
    <dgm:cxn modelId="{022EBA73-0ECB-4DAF-9487-819FD8A8D71C}" type="presOf" srcId="{5FBA7884-995A-4757-97EE-B52BE20A1230}" destId="{FBE8B904-B01D-4D3C-98CF-3376325DEEA4}" srcOrd="0" destOrd="0" presId="urn:microsoft.com/office/officeart/2005/8/layout/hList9"/>
    <dgm:cxn modelId="{B020E8E7-43B8-4C25-BCFC-8D7F9B73FB75}" srcId="{5FBA7884-995A-4757-97EE-B52BE20A1230}" destId="{9FCA8887-56B4-4376-9A93-A40C2EF3B59A}" srcOrd="0" destOrd="0" parTransId="{0699E525-E8F0-491C-B730-0F2E02B48B91}" sibTransId="{46264568-15CB-48D7-8F15-AF48F19B48DE}"/>
    <dgm:cxn modelId="{D059F730-41E6-4035-A8F5-99543BCBBF1B}" type="presOf" srcId="{780ED43A-5A95-4729-9CC8-7BFDD327F564}" destId="{308BA60C-F5B1-40AD-B227-85E71B01B435}" srcOrd="0" destOrd="0" presId="urn:microsoft.com/office/officeart/2005/8/layout/hList9"/>
    <dgm:cxn modelId="{4345CAD9-D6C3-43DF-96BB-257E8D3B53B2}" type="presParOf" srcId="{A879FA86-402D-496E-B23F-F24920274586}" destId="{35D5EA65-2CC1-4A40-887D-793670068999}" srcOrd="0" destOrd="0" presId="urn:microsoft.com/office/officeart/2005/8/layout/hList9"/>
    <dgm:cxn modelId="{EB500395-685A-4DB8-881D-E75692FE1BAB}" type="presParOf" srcId="{A879FA86-402D-496E-B23F-F24920274586}" destId="{BE58DF96-A45D-4A53-B397-AE57C6F285BC}" srcOrd="1" destOrd="0" presId="urn:microsoft.com/office/officeart/2005/8/layout/hList9"/>
    <dgm:cxn modelId="{6EE6C248-DC67-4349-8F7E-D632389A3D4E}" type="presParOf" srcId="{BE58DF96-A45D-4A53-B397-AE57C6F285BC}" destId="{89E9A17B-01B4-4EE6-A4F2-739F555715CB}" srcOrd="0" destOrd="0" presId="urn:microsoft.com/office/officeart/2005/8/layout/hList9"/>
    <dgm:cxn modelId="{B264E961-BE74-43F8-B84B-59B9B386E08C}" type="presParOf" srcId="{BE58DF96-A45D-4A53-B397-AE57C6F285BC}" destId="{2AB4BBD9-D645-400B-A965-183468D84F96}" srcOrd="1" destOrd="0" presId="urn:microsoft.com/office/officeart/2005/8/layout/hList9"/>
    <dgm:cxn modelId="{2513B4B1-8AFB-447F-A87F-0DE6F485A28B}" type="presParOf" srcId="{2AB4BBD9-D645-400B-A965-183468D84F96}" destId="{A50428CB-DB61-4C91-B097-2964A0E4BAC0}" srcOrd="0" destOrd="0" presId="urn:microsoft.com/office/officeart/2005/8/layout/hList9"/>
    <dgm:cxn modelId="{780C43D9-EF67-4582-B46B-65DAE1387D0B}" type="presParOf" srcId="{2AB4BBD9-D645-400B-A965-183468D84F96}" destId="{181AFF11-22D1-4F3F-8654-324A72D9C33C}" srcOrd="1" destOrd="0" presId="urn:microsoft.com/office/officeart/2005/8/layout/hList9"/>
    <dgm:cxn modelId="{5F289E26-A3B9-4A69-ADA1-C10C24F63E1C}" type="presParOf" srcId="{BE58DF96-A45D-4A53-B397-AE57C6F285BC}" destId="{B6A10644-CA18-42C1-B112-532348334506}" srcOrd="2" destOrd="0" presId="urn:microsoft.com/office/officeart/2005/8/layout/hList9"/>
    <dgm:cxn modelId="{624FA106-0C89-424A-9BB5-1E73C5A99D2E}" type="presParOf" srcId="{B6A10644-CA18-42C1-B112-532348334506}" destId="{A3D79B44-035C-4089-B99E-A16E80A5D557}" srcOrd="0" destOrd="0" presId="urn:microsoft.com/office/officeart/2005/8/layout/hList9"/>
    <dgm:cxn modelId="{1BE3EC40-CE8D-49D2-B0D2-8CCF3BA5F79D}" type="presParOf" srcId="{B6A10644-CA18-42C1-B112-532348334506}" destId="{4DAA98CC-6CC4-4D30-98BB-748F03EF50D8}" srcOrd="1" destOrd="0" presId="urn:microsoft.com/office/officeart/2005/8/layout/hList9"/>
    <dgm:cxn modelId="{38C1DC1C-319C-41E1-9F50-220EC6ADC390}" type="presParOf" srcId="{BE58DF96-A45D-4A53-B397-AE57C6F285BC}" destId="{59AEF0AF-567F-4FC8-BFED-530EF2F76B5B}" srcOrd="3" destOrd="0" presId="urn:microsoft.com/office/officeart/2005/8/layout/hList9"/>
    <dgm:cxn modelId="{E1AFCB0A-8C11-40DB-A067-416CCA746BFE}" type="presParOf" srcId="{59AEF0AF-567F-4FC8-BFED-530EF2F76B5B}" destId="{62141DEE-7EBF-4B39-A999-AC4DF50F4C03}" srcOrd="0" destOrd="0" presId="urn:microsoft.com/office/officeart/2005/8/layout/hList9"/>
    <dgm:cxn modelId="{3A4E121F-8978-4E54-8439-8C6282C81B66}" type="presParOf" srcId="{59AEF0AF-567F-4FC8-BFED-530EF2F76B5B}" destId="{FB4C8F8D-F490-46DE-9B25-FE43C6BEC960}" srcOrd="1" destOrd="0" presId="urn:microsoft.com/office/officeart/2005/8/layout/hList9"/>
    <dgm:cxn modelId="{477F1716-89DE-4481-84E5-F780F1CFA997}" type="presParOf" srcId="{A879FA86-402D-496E-B23F-F24920274586}" destId="{B330B61A-6FFE-4856-BFC3-87F695D7A64E}" srcOrd="2" destOrd="0" presId="urn:microsoft.com/office/officeart/2005/8/layout/hList9"/>
    <dgm:cxn modelId="{4C869AE7-7803-4D56-B22A-B102067F7570}" type="presParOf" srcId="{A879FA86-402D-496E-B23F-F24920274586}" destId="{FBE8B904-B01D-4D3C-98CF-3376325DEEA4}" srcOrd="3" destOrd="0" presId="urn:microsoft.com/office/officeart/2005/8/layout/hList9"/>
    <dgm:cxn modelId="{FF0F3AE1-77DC-4C12-A3BF-F8F2A7A4D178}" type="presParOf" srcId="{A879FA86-402D-496E-B23F-F24920274586}" destId="{423B2236-3D6D-4FC8-BACC-5E750DEC3F9F}" srcOrd="4" destOrd="0" presId="urn:microsoft.com/office/officeart/2005/8/layout/hList9"/>
    <dgm:cxn modelId="{F81B2EDE-0168-49E1-9C93-05D395E65A7E}" type="presParOf" srcId="{A879FA86-402D-496E-B23F-F24920274586}" destId="{688AE5DD-B1F0-4134-8319-330A8E26A05C}" srcOrd="5" destOrd="0" presId="urn:microsoft.com/office/officeart/2005/8/layout/hList9"/>
    <dgm:cxn modelId="{8E31C2C1-9E69-4D11-9C48-D2DEADF7E926}" type="presParOf" srcId="{A879FA86-402D-496E-B23F-F24920274586}" destId="{E38FE476-E3CD-4CE5-82B2-CDECB0561595}" srcOrd="6" destOrd="0" presId="urn:microsoft.com/office/officeart/2005/8/layout/hList9"/>
    <dgm:cxn modelId="{16C2EF1E-0889-4A38-9D99-2560D745D64C}" type="presParOf" srcId="{E38FE476-E3CD-4CE5-82B2-CDECB0561595}" destId="{A65E0FE1-E385-4379-A86D-2D8CF2C7508C}" srcOrd="0" destOrd="0" presId="urn:microsoft.com/office/officeart/2005/8/layout/hList9"/>
    <dgm:cxn modelId="{85867FFF-8E38-45D2-BBC6-3F09252F5273}" type="presParOf" srcId="{E38FE476-E3CD-4CE5-82B2-CDECB0561595}" destId="{13B7718C-48A3-41DE-BA17-CDE5B71D9A78}" srcOrd="1" destOrd="0" presId="urn:microsoft.com/office/officeart/2005/8/layout/hList9"/>
    <dgm:cxn modelId="{E73F6E8D-5F50-4FE9-8723-DFEA47EFF173}" type="presParOf" srcId="{13B7718C-48A3-41DE-BA17-CDE5B71D9A78}" destId="{308BA60C-F5B1-40AD-B227-85E71B01B435}" srcOrd="0" destOrd="0" presId="urn:microsoft.com/office/officeart/2005/8/layout/hList9"/>
    <dgm:cxn modelId="{B04295FD-95F5-4BB0-B4A8-4696AD420FA6}" type="presParOf" srcId="{13B7718C-48A3-41DE-BA17-CDE5B71D9A78}" destId="{CB78061A-E055-4856-A2FE-7687A13248CD}" srcOrd="1" destOrd="0" presId="urn:microsoft.com/office/officeart/2005/8/layout/hList9"/>
    <dgm:cxn modelId="{655E48F4-90F3-4451-8017-8E0BD82D45F8}" type="presParOf" srcId="{E38FE476-E3CD-4CE5-82B2-CDECB0561595}" destId="{29B11E49-E5D3-4913-9FCC-42B151EBEDF5}" srcOrd="2" destOrd="0" presId="urn:microsoft.com/office/officeart/2005/8/layout/hList9"/>
    <dgm:cxn modelId="{2C5EF624-8A32-45F9-8B60-3BA0CAE3A080}" type="presParOf" srcId="{29B11E49-E5D3-4913-9FCC-42B151EBEDF5}" destId="{F8001274-3988-474E-9DF5-A236DC789277}" srcOrd="0" destOrd="0" presId="urn:microsoft.com/office/officeart/2005/8/layout/hList9"/>
    <dgm:cxn modelId="{E60624FE-19E0-4C08-9014-7AF055EF17D1}" type="presParOf" srcId="{29B11E49-E5D3-4913-9FCC-42B151EBEDF5}" destId="{0403FC07-9C61-4D90-8708-D3697A678090}" srcOrd="1" destOrd="0" presId="urn:microsoft.com/office/officeart/2005/8/layout/hList9"/>
    <dgm:cxn modelId="{DF69F701-69CE-495C-9FB1-2474B5A6E1F4}" type="presParOf" srcId="{A879FA86-402D-496E-B23F-F24920274586}" destId="{30070843-F1AB-46C3-822F-977A86F4084A}" srcOrd="7" destOrd="0" presId="urn:microsoft.com/office/officeart/2005/8/layout/hList9"/>
    <dgm:cxn modelId="{7519BBF3-D96D-47A2-BFEC-E876D65FEEFD}" type="presParOf" srcId="{A879FA86-402D-496E-B23F-F24920274586}" destId="{F7AC9A33-AAE4-4474-9EB6-54FE7663A378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D622F-EA9C-4746-BDCF-6D3D8C694D54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E2D8D-D64F-4245-BB76-31655969DC05}">
      <dsp:nvSpPr>
        <dsp:cNvPr id="0" name=""/>
        <dsp:cNvSpPr/>
      </dsp:nvSpPr>
      <dsp:spPr>
        <a:xfrm>
          <a:off x="752110" y="541866"/>
          <a:ext cx="7301111" cy="1083733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0213" tIns="134620" rIns="134620" bIns="134620" numCol="1" spcCol="1270" anchor="ctr" anchorCtr="0">
          <a:noAutofit/>
        </a:bodyPr>
        <a:lstStyle/>
        <a:p>
          <a:pPr lvl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300" kern="1200" dirty="0" err="1" smtClean="0"/>
            <a:t>Iot</a:t>
          </a:r>
          <a:r>
            <a:rPr lang="es-ES" sz="5300" kern="1200" dirty="0" smtClean="0"/>
            <a:t> en la industria</a:t>
          </a:r>
          <a:endParaRPr lang="es-ES" sz="5300" kern="1200" dirty="0"/>
        </a:p>
      </dsp:txBody>
      <dsp:txXfrm>
        <a:off x="752110" y="541866"/>
        <a:ext cx="7301111" cy="1083733"/>
      </dsp:txXfrm>
    </dsp:sp>
    <dsp:sp modelId="{38E7446F-14FA-413C-A7A0-7F1B82B297F1}">
      <dsp:nvSpPr>
        <dsp:cNvPr id="0" name=""/>
        <dsp:cNvSpPr/>
      </dsp:nvSpPr>
      <dsp:spPr>
        <a:xfrm>
          <a:off x="74777" y="4064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7D4E33E-6BAA-421B-9AFA-D0A2BEC64F4A}">
      <dsp:nvSpPr>
        <dsp:cNvPr id="0" name=""/>
        <dsp:cNvSpPr/>
      </dsp:nvSpPr>
      <dsp:spPr>
        <a:xfrm>
          <a:off x="1146048" y="2167466"/>
          <a:ext cx="6907174" cy="1083733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0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20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0213" tIns="134620" rIns="134620" bIns="134620" numCol="1" spcCol="1270" anchor="ctr" anchorCtr="0">
          <a:noAutofit/>
        </a:bodyPr>
        <a:lstStyle/>
        <a:p>
          <a:pPr lvl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300" kern="1200" dirty="0" smtClean="0"/>
            <a:t>IA para sostenibilidad </a:t>
          </a:r>
          <a:endParaRPr lang="es-ES" sz="5300" kern="1200" dirty="0"/>
        </a:p>
      </dsp:txBody>
      <dsp:txXfrm>
        <a:off x="1146048" y="2167466"/>
        <a:ext cx="6907174" cy="1083733"/>
      </dsp:txXfrm>
    </dsp:sp>
    <dsp:sp modelId="{1E00F48B-298C-4AFA-83FA-BBACF88969BB}">
      <dsp:nvSpPr>
        <dsp:cNvPr id="0" name=""/>
        <dsp:cNvSpPr/>
      </dsp:nvSpPr>
      <dsp:spPr>
        <a:xfrm>
          <a:off x="468714" y="20320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DDA8BAD-8290-407C-9DFA-723861C64ABA}">
      <dsp:nvSpPr>
        <dsp:cNvPr id="0" name=""/>
        <dsp:cNvSpPr/>
      </dsp:nvSpPr>
      <dsp:spPr>
        <a:xfrm>
          <a:off x="752110" y="3793066"/>
          <a:ext cx="7301111" cy="1083733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0213" tIns="134620" rIns="134620" bIns="134620" numCol="1" spcCol="1270" anchor="ctr" anchorCtr="0">
          <a:noAutofit/>
        </a:bodyPr>
        <a:lstStyle/>
        <a:p>
          <a:pPr lvl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300" kern="1200" dirty="0" smtClean="0"/>
            <a:t>Digitalización</a:t>
          </a:r>
          <a:endParaRPr lang="es-ES" sz="5300" kern="1200" dirty="0"/>
        </a:p>
      </dsp:txBody>
      <dsp:txXfrm>
        <a:off x="752110" y="3793066"/>
        <a:ext cx="7301111" cy="1083733"/>
      </dsp:txXfrm>
    </dsp:sp>
    <dsp:sp modelId="{E1B1B50C-4079-4F6E-B255-B3077D3506D7}">
      <dsp:nvSpPr>
        <dsp:cNvPr id="0" name=""/>
        <dsp:cNvSpPr/>
      </dsp:nvSpPr>
      <dsp:spPr>
        <a:xfrm>
          <a:off x="74777" y="36576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5ECDF-59A2-48F0-BBCF-467659B6658A}">
      <dsp:nvSpPr>
        <dsp:cNvPr id="0" name=""/>
        <dsp:cNvSpPr/>
      </dsp:nvSpPr>
      <dsp:spPr>
        <a:xfrm>
          <a:off x="0" y="474133"/>
          <a:ext cx="8128000" cy="1354666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60960" rIns="9144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4800" kern="1200" dirty="0" smtClean="0"/>
            <a:t>De lo Empírico a lo Preciso</a:t>
          </a:r>
          <a:endParaRPr lang="es-ES" sz="4800" kern="1200" dirty="0"/>
        </a:p>
      </dsp:txBody>
      <dsp:txXfrm>
        <a:off x="39677" y="513810"/>
        <a:ext cx="8048646" cy="1275312"/>
      </dsp:txXfrm>
    </dsp:sp>
    <dsp:sp modelId="{D8E080AC-5A2C-419B-9CE0-026897C4ED98}">
      <dsp:nvSpPr>
        <dsp:cNvPr id="0" name=""/>
        <dsp:cNvSpPr/>
      </dsp:nvSpPr>
      <dsp:spPr>
        <a:xfrm>
          <a:off x="0" y="2072640"/>
          <a:ext cx="1354666" cy="1354666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A74E8C7C-319C-4266-951F-0BAD4E2D0522}">
      <dsp:nvSpPr>
        <dsp:cNvPr id="0" name=""/>
        <dsp:cNvSpPr/>
      </dsp:nvSpPr>
      <dsp:spPr>
        <a:xfrm>
          <a:off x="1435946" y="2072640"/>
          <a:ext cx="6692053" cy="1354666"/>
        </a:xfrm>
        <a:prstGeom prst="roundRect">
          <a:avLst>
            <a:gd name="adj" fmla="val 1667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100" b="0" i="0" kern="1200" dirty="0" smtClean="0"/>
            <a:t>Dependencia de </a:t>
          </a:r>
          <a:r>
            <a:rPr lang="es-MX" sz="2100" b="1" i="0" kern="1200" dirty="0" smtClean="0"/>
            <a:t>registros manuales</a:t>
          </a:r>
          <a:r>
            <a:rPr lang="es-MX" sz="2100" b="0" i="0" kern="1200" dirty="0" smtClean="0"/>
            <a:t> y cálculos empíricos ("al ojo"). Esto genera desconocimiento operativo y limita las acciones a decisiones reactivas y tardías.</a:t>
          </a:r>
          <a:endParaRPr lang="es-ES" sz="2100" kern="1200" dirty="0"/>
        </a:p>
      </dsp:txBody>
      <dsp:txXfrm>
        <a:off x="1502087" y="2138781"/>
        <a:ext cx="6559771" cy="1222384"/>
      </dsp:txXfrm>
    </dsp:sp>
    <dsp:sp modelId="{F0AB9F0C-5212-4928-94B5-26859B9C52A2}">
      <dsp:nvSpPr>
        <dsp:cNvPr id="0" name=""/>
        <dsp:cNvSpPr/>
      </dsp:nvSpPr>
      <dsp:spPr>
        <a:xfrm>
          <a:off x="0" y="3589866"/>
          <a:ext cx="1354666" cy="1354666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BDE4F359-F1DE-4AF8-BAB4-ED019FEEBDA8}">
      <dsp:nvSpPr>
        <dsp:cNvPr id="0" name=""/>
        <dsp:cNvSpPr/>
      </dsp:nvSpPr>
      <dsp:spPr>
        <a:xfrm>
          <a:off x="1435946" y="3589866"/>
          <a:ext cx="6692053" cy="1354666"/>
        </a:xfrm>
        <a:prstGeom prst="roundRect">
          <a:avLst>
            <a:gd name="adj" fmla="val 1667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100" b="0" i="0" kern="1200" dirty="0" smtClean="0"/>
            <a:t>Integración de </a:t>
          </a:r>
          <a:r>
            <a:rPr lang="es-MX" sz="2100" b="1" i="0" kern="1200" dirty="0" smtClean="0"/>
            <a:t>telemetría </a:t>
          </a:r>
          <a:r>
            <a:rPr lang="es-MX" sz="2100" b="1" i="0" kern="1200" dirty="0" err="1" smtClean="0"/>
            <a:t>IoT</a:t>
          </a:r>
          <a:r>
            <a:rPr lang="es-MX" sz="2100" b="0" i="0" kern="1200" dirty="0" smtClean="0"/>
            <a:t>. Captura de datos automática en tiempo real que elimina el error humano y permite prevenir picos de contaminación.</a:t>
          </a:r>
          <a:endParaRPr lang="es-ES" sz="2100" kern="1200" dirty="0"/>
        </a:p>
      </dsp:txBody>
      <dsp:txXfrm>
        <a:off x="1502087" y="3656007"/>
        <a:ext cx="6559771" cy="12223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1753F-C007-4D05-8749-6AF6991E2EBD}">
      <dsp:nvSpPr>
        <dsp:cNvPr id="0" name=""/>
        <dsp:cNvSpPr/>
      </dsp:nvSpPr>
      <dsp:spPr>
        <a:xfrm rot="5400000">
          <a:off x="526550" y="1583167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9ECD412-A2F2-4F40-B2CC-29EDEAAC16B1}">
      <dsp:nvSpPr>
        <dsp:cNvPr id="0" name=""/>
        <dsp:cNvSpPr/>
      </dsp:nvSpPr>
      <dsp:spPr>
        <a:xfrm>
          <a:off x="155589" y="31045"/>
          <a:ext cx="2357070" cy="164987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b="0" i="0" kern="1200" dirty="0" smtClean="0"/>
            <a:t>Uso de sensores </a:t>
          </a:r>
          <a:r>
            <a:rPr lang="es-MX" sz="1500" b="0" i="0" kern="1200" dirty="0" err="1" smtClean="0"/>
            <a:t>IoT</a:t>
          </a:r>
          <a:r>
            <a:rPr lang="es-MX" sz="1500" b="0" i="0" kern="1200" dirty="0" smtClean="0"/>
            <a:t> (ESP32) de bajo consumo y costo. Ideales para modernizar </a:t>
          </a:r>
          <a:r>
            <a:rPr lang="es-MX" sz="1500" b="0" i="0" kern="1200" dirty="0" err="1" smtClean="0"/>
            <a:t>PyMEs</a:t>
          </a:r>
          <a:r>
            <a:rPr lang="es-MX" sz="1500" b="0" i="0" kern="1200" dirty="0" smtClean="0"/>
            <a:t> textiles sin necesidad de infraestructura costosa.</a:t>
          </a:r>
          <a:endParaRPr lang="es-ES" sz="1500" kern="1200" dirty="0"/>
        </a:p>
      </dsp:txBody>
      <dsp:txXfrm>
        <a:off x="236144" y="111600"/>
        <a:ext cx="2195960" cy="1488762"/>
      </dsp:txXfrm>
    </dsp:sp>
    <dsp:sp modelId="{1BF70711-3411-4AAD-907B-1DB1AF0F98A6}">
      <dsp:nvSpPr>
        <dsp:cNvPr id="0" name=""/>
        <dsp:cNvSpPr/>
      </dsp:nvSpPr>
      <dsp:spPr>
        <a:xfrm>
          <a:off x="2613607" y="181077"/>
          <a:ext cx="2204857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400" kern="1200" dirty="0" smtClean="0"/>
            <a:t>Hardware Accesible</a:t>
          </a:r>
          <a:endParaRPr lang="es-ES" sz="2400" kern="1200" dirty="0"/>
        </a:p>
      </dsp:txBody>
      <dsp:txXfrm>
        <a:off x="2613607" y="181077"/>
        <a:ext cx="2204857" cy="1333500"/>
      </dsp:txXfrm>
    </dsp:sp>
    <dsp:sp modelId="{C66AF212-5209-407B-8A4C-4BB1ED6BFD85}">
      <dsp:nvSpPr>
        <dsp:cNvPr id="0" name=""/>
        <dsp:cNvSpPr/>
      </dsp:nvSpPr>
      <dsp:spPr>
        <a:xfrm rot="5400000">
          <a:off x="2598544" y="3436519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A1C9F77-E5A4-4F2F-B744-97B5A124D8CE}">
      <dsp:nvSpPr>
        <dsp:cNvPr id="0" name=""/>
        <dsp:cNvSpPr/>
      </dsp:nvSpPr>
      <dsp:spPr>
        <a:xfrm>
          <a:off x="2227583" y="1884397"/>
          <a:ext cx="2357070" cy="164987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b="0" i="0" kern="1200" dirty="0" smtClean="0"/>
            <a:t>Implementación del algoritmo </a:t>
          </a:r>
          <a:r>
            <a:rPr lang="es-MX" sz="1500" b="1" i="0" kern="1200" dirty="0" err="1" smtClean="0"/>
            <a:t>Random</a:t>
          </a:r>
          <a:r>
            <a:rPr lang="es-MX" sz="1500" b="1" i="0" kern="1200" dirty="0" smtClean="0"/>
            <a:t> </a:t>
          </a:r>
          <a:r>
            <a:rPr lang="es-MX" sz="1500" b="1" i="0" kern="1200" dirty="0" err="1" smtClean="0"/>
            <a:t>Forest</a:t>
          </a:r>
          <a:r>
            <a:rPr lang="es-MX" sz="1500" b="0" i="0" kern="1200" dirty="0" smtClean="0"/>
            <a:t>, altamente preciso (&gt;90%) para predecir tendencias y calcular la Huella de Carbono.</a:t>
          </a:r>
          <a:endParaRPr lang="es-ES" sz="1500" kern="1200" dirty="0"/>
        </a:p>
      </dsp:txBody>
      <dsp:txXfrm>
        <a:off x="2308138" y="1964952"/>
        <a:ext cx="2195960" cy="1488762"/>
      </dsp:txXfrm>
    </dsp:sp>
    <dsp:sp modelId="{30BABE38-B61B-4C70-9117-250D8D5E87EC}">
      <dsp:nvSpPr>
        <dsp:cNvPr id="0" name=""/>
        <dsp:cNvSpPr/>
      </dsp:nvSpPr>
      <dsp:spPr>
        <a:xfrm>
          <a:off x="4729298" y="2041750"/>
          <a:ext cx="2206263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400" kern="1200" dirty="0" smtClean="0"/>
            <a:t>Inteligencia Artificial</a:t>
          </a:r>
          <a:endParaRPr lang="es-ES" sz="2400" kern="1200" dirty="0"/>
        </a:p>
      </dsp:txBody>
      <dsp:txXfrm>
        <a:off x="4729298" y="2041750"/>
        <a:ext cx="2206263" cy="1333500"/>
      </dsp:txXfrm>
    </dsp:sp>
    <dsp:sp modelId="{E1A6B508-9B3D-4DE0-8C0F-99B4C092E5B8}">
      <dsp:nvSpPr>
        <dsp:cNvPr id="0" name=""/>
        <dsp:cNvSpPr/>
      </dsp:nvSpPr>
      <dsp:spPr>
        <a:xfrm>
          <a:off x="4299577" y="3737748"/>
          <a:ext cx="2357070" cy="164987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b="0" i="0" kern="1200" dirty="0" smtClean="0"/>
            <a:t>Plataforma interactiva que procesa datos de forma centralizada, facilitando el control y la toma de decisiones gerenciales basadas en evidencia.</a:t>
          </a:r>
          <a:endParaRPr lang="es-ES" sz="1500" kern="1200" dirty="0"/>
        </a:p>
      </dsp:txBody>
      <dsp:txXfrm>
        <a:off x="4380132" y="3818303"/>
        <a:ext cx="2195960" cy="1488762"/>
      </dsp:txXfrm>
    </dsp:sp>
    <dsp:sp modelId="{A39E727B-FCEC-477B-97AF-E7999CAEA78F}">
      <dsp:nvSpPr>
        <dsp:cNvPr id="0" name=""/>
        <dsp:cNvSpPr/>
      </dsp:nvSpPr>
      <dsp:spPr>
        <a:xfrm>
          <a:off x="6673961" y="3871498"/>
          <a:ext cx="1990860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400" kern="1200" dirty="0" err="1" smtClean="0"/>
            <a:t>Dashboard</a:t>
          </a:r>
          <a:endParaRPr lang="es-ES" sz="2000" kern="1200" dirty="0"/>
        </a:p>
      </dsp:txBody>
      <dsp:txXfrm>
        <a:off x="6673961" y="3871498"/>
        <a:ext cx="1990860" cy="1333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1169F-F497-4474-8376-AED4C3110BF0}">
      <dsp:nvSpPr>
        <dsp:cNvPr id="0" name=""/>
        <dsp:cNvSpPr/>
      </dsp:nvSpPr>
      <dsp:spPr>
        <a:xfrm>
          <a:off x="3592751" y="3113297"/>
          <a:ext cx="1778700" cy="177870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900" kern="1200" spc="300" smtClean="0">
              <a:latin typeface="Times New Roman"/>
              <a:ea typeface="Calibri"/>
              <a:cs typeface="Times New Roman"/>
            </a:rPr>
            <a:t>Alineación Estratégica</a:t>
          </a:r>
          <a:endParaRPr lang="es-ES" sz="1900" kern="1200" dirty="0"/>
        </a:p>
      </dsp:txBody>
      <dsp:txXfrm>
        <a:off x="3679580" y="3200126"/>
        <a:ext cx="1605042" cy="1605042"/>
      </dsp:txXfrm>
    </dsp:sp>
    <dsp:sp modelId="{56DC69A7-9ADE-4F8E-8077-761C96D2C868}">
      <dsp:nvSpPr>
        <dsp:cNvPr id="0" name=""/>
        <dsp:cNvSpPr/>
      </dsp:nvSpPr>
      <dsp:spPr>
        <a:xfrm rot="16129385">
          <a:off x="4056808" y="2714551"/>
          <a:ext cx="79766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97660" y="0"/>
              </a:lnTo>
            </a:path>
          </a:pathLst>
        </a:cu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2AA21F-97F9-4D80-91A0-D3E00C70F245}">
      <dsp:nvSpPr>
        <dsp:cNvPr id="0" name=""/>
        <dsp:cNvSpPr/>
      </dsp:nvSpPr>
      <dsp:spPr>
        <a:xfrm>
          <a:off x="3373159" y="506748"/>
          <a:ext cx="2111410" cy="1809056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b="1" i="0" kern="1200" dirty="0" smtClean="0">
              <a:solidFill>
                <a:schemeClr val="bg2">
                  <a:lumMod val="10000"/>
                </a:schemeClr>
              </a:solidFill>
            </a:rPr>
            <a:t>Economía Circular:</a:t>
          </a:r>
          <a:r>
            <a:rPr lang="es-MX" sz="1500" b="0" i="0" kern="1200" dirty="0" smtClean="0">
              <a:solidFill>
                <a:schemeClr val="bg2">
                  <a:lumMod val="10000"/>
                </a:schemeClr>
              </a:solidFill>
            </a:rPr>
            <a:t> Apoya directamente al Proyecto Emblemático "GRECI" impulsado por el MAATE.</a:t>
          </a:r>
          <a:endParaRPr lang="es-ES" sz="15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3461470" y="595059"/>
        <a:ext cx="1934788" cy="1632434"/>
      </dsp:txXfrm>
    </dsp:sp>
    <dsp:sp modelId="{D3405527-98AB-4FF5-8688-2C3F22EFD600}">
      <dsp:nvSpPr>
        <dsp:cNvPr id="0" name=""/>
        <dsp:cNvSpPr/>
      </dsp:nvSpPr>
      <dsp:spPr>
        <a:xfrm rot="21393341">
          <a:off x="5370534" y="3918604"/>
          <a:ext cx="101587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15871" y="0"/>
              </a:lnTo>
            </a:path>
          </a:pathLst>
        </a:cu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450015-E236-4112-A629-5BB16C91E01A}">
      <dsp:nvSpPr>
        <dsp:cNvPr id="0" name=""/>
        <dsp:cNvSpPr/>
      </dsp:nvSpPr>
      <dsp:spPr>
        <a:xfrm>
          <a:off x="6385488" y="2824335"/>
          <a:ext cx="1956592" cy="2009744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b="1" i="0" kern="1200" dirty="0" smtClean="0">
              <a:solidFill>
                <a:schemeClr val="bg2">
                  <a:lumMod val="10000"/>
                </a:schemeClr>
              </a:solidFill>
            </a:rPr>
            <a:t>Cumplimiento Legal:</a:t>
          </a:r>
          <a:r>
            <a:rPr lang="es-MX" sz="1700" b="0" i="0" kern="1200" dirty="0" smtClean="0">
              <a:solidFill>
                <a:schemeClr val="bg2">
                  <a:lumMod val="10000"/>
                </a:schemeClr>
              </a:solidFill>
            </a:rPr>
            <a:t> Facilita el cumplimiento de las normativas de medición de contaminación del GAD de </a:t>
          </a:r>
          <a:r>
            <a:rPr lang="es-MX" sz="1700" b="0" i="0" kern="1200" dirty="0" err="1" smtClean="0">
              <a:solidFill>
                <a:schemeClr val="bg2">
                  <a:lumMod val="10000"/>
                </a:schemeClr>
              </a:solidFill>
            </a:rPr>
            <a:t>Pelileo</a:t>
          </a:r>
          <a:r>
            <a:rPr lang="es-MX" sz="1700" b="0" i="0" kern="1200" dirty="0" smtClean="0">
              <a:solidFill>
                <a:schemeClr val="bg2">
                  <a:lumMod val="10000"/>
                </a:schemeClr>
              </a:solidFill>
            </a:rPr>
            <a:t>.</a:t>
          </a:r>
          <a:endParaRPr lang="es-ES" sz="17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6481001" y="2919848"/>
        <a:ext cx="1765566" cy="1818718"/>
      </dsp:txXfrm>
    </dsp:sp>
    <dsp:sp modelId="{6CED66F0-5192-4076-8EA6-9639CB1553D6}">
      <dsp:nvSpPr>
        <dsp:cNvPr id="0" name=""/>
        <dsp:cNvSpPr/>
      </dsp:nvSpPr>
      <dsp:spPr>
        <a:xfrm rot="10890470">
          <a:off x="2427635" y="3963905"/>
          <a:ext cx="116531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65317" y="0"/>
              </a:lnTo>
            </a:path>
          </a:pathLst>
        </a:cu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15EAB-4170-42D4-A326-5D18A7179795}">
      <dsp:nvSpPr>
        <dsp:cNvPr id="0" name=""/>
        <dsp:cNvSpPr/>
      </dsp:nvSpPr>
      <dsp:spPr>
        <a:xfrm>
          <a:off x="293140" y="2864713"/>
          <a:ext cx="2134696" cy="2111529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b="1" i="0" kern="1200" dirty="0" smtClean="0">
              <a:solidFill>
                <a:schemeClr val="bg2">
                  <a:lumMod val="10000"/>
                </a:schemeClr>
              </a:solidFill>
            </a:rPr>
            <a:t>Prevención:</a:t>
          </a:r>
          <a:r>
            <a:rPr lang="es-MX" sz="1500" b="0" i="0" kern="1200" dirty="0" smtClean="0">
              <a:solidFill>
                <a:schemeClr val="bg2">
                  <a:lumMod val="10000"/>
                </a:schemeClr>
              </a:solidFill>
            </a:rPr>
            <a:t> Transforma la gestión de desperdicios de un modelo reactivo a uno basado en evidencia técnica real.</a:t>
          </a:r>
          <a:endParaRPr lang="es-ES" sz="15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396216" y="2967789"/>
        <a:ext cx="1928544" cy="19053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074E2-23F2-4838-A93A-AA55756DA0A1}">
      <dsp:nvSpPr>
        <dsp:cNvPr id="0" name=""/>
        <dsp:cNvSpPr/>
      </dsp:nvSpPr>
      <dsp:spPr>
        <a:xfrm rot="10800000">
          <a:off x="1765281" y="55256"/>
          <a:ext cx="5868229" cy="103350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748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0" i="0" kern="1200" dirty="0" smtClean="0"/>
            <a:t>Fomenta la modernización tecnológica de la micro-industria textil local mediante </a:t>
          </a:r>
          <a:r>
            <a:rPr lang="es-MX" sz="2000" b="0" i="0" kern="1200" dirty="0" err="1" smtClean="0"/>
            <a:t>IoT</a:t>
          </a:r>
          <a:r>
            <a:rPr lang="es-MX" sz="2000" b="0" i="0" kern="1200" dirty="0" smtClean="0"/>
            <a:t> y Machine </a:t>
          </a:r>
          <a:r>
            <a:rPr lang="es-MX" sz="2000" b="0" i="0" kern="1200" dirty="0" err="1" smtClean="0"/>
            <a:t>Learning</a:t>
          </a:r>
          <a:r>
            <a:rPr lang="es-MX" sz="2000" b="0" i="0" kern="1200" dirty="0" smtClean="0"/>
            <a:t>.</a:t>
          </a:r>
          <a:endParaRPr lang="es-ES" sz="2000" kern="1200" dirty="0"/>
        </a:p>
      </dsp:txBody>
      <dsp:txXfrm rot="10800000">
        <a:off x="2023657" y="55256"/>
        <a:ext cx="5609853" cy="1033506"/>
      </dsp:txXfrm>
    </dsp:sp>
    <dsp:sp modelId="{D132D24D-AF9E-4015-9042-F320C1471BFC}">
      <dsp:nvSpPr>
        <dsp:cNvPr id="0" name=""/>
        <dsp:cNvSpPr/>
      </dsp:nvSpPr>
      <dsp:spPr>
        <a:xfrm>
          <a:off x="1190894" y="1452"/>
          <a:ext cx="1148773" cy="114111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B3F60-9898-44DA-B7CE-3FE1EC41DEC9}">
      <dsp:nvSpPr>
        <dsp:cNvPr id="0" name=""/>
        <dsp:cNvSpPr/>
      </dsp:nvSpPr>
      <dsp:spPr>
        <a:xfrm rot="10800000">
          <a:off x="1774616" y="1554774"/>
          <a:ext cx="5868229" cy="103350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748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0" i="0" kern="1200" dirty="0" smtClean="0"/>
            <a:t>Reduce la generación de desechos y mermas mediante la optimización de procesos basada en el monitoreo del peso.</a:t>
          </a:r>
          <a:endParaRPr lang="es-ES" sz="2000" kern="1200" dirty="0"/>
        </a:p>
      </dsp:txBody>
      <dsp:txXfrm rot="10800000">
        <a:off x="2032992" y="1554774"/>
        <a:ext cx="5609853" cy="1033506"/>
      </dsp:txXfrm>
    </dsp:sp>
    <dsp:sp modelId="{C4D99751-D024-4528-9964-F02469BFD3C2}">
      <dsp:nvSpPr>
        <dsp:cNvPr id="0" name=""/>
        <dsp:cNvSpPr/>
      </dsp:nvSpPr>
      <dsp:spPr>
        <a:xfrm>
          <a:off x="1181559" y="1451077"/>
          <a:ext cx="1186114" cy="124090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2A725-6716-4F4B-9E42-38BD97EDE5B8}">
      <dsp:nvSpPr>
        <dsp:cNvPr id="0" name=""/>
        <dsp:cNvSpPr/>
      </dsp:nvSpPr>
      <dsp:spPr>
        <a:xfrm rot="10800000">
          <a:off x="1770593" y="3104396"/>
          <a:ext cx="5868229" cy="103350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748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0" i="0" kern="1200" dirty="0" smtClean="0"/>
            <a:t>Proporciona una metodología técnica para la medición, control y reducción de la huella de carbono en la producción de </a:t>
          </a:r>
          <a:r>
            <a:rPr lang="es-MX" sz="2000" b="0" i="0" kern="1200" dirty="0" err="1" smtClean="0"/>
            <a:t>denim</a:t>
          </a:r>
          <a:r>
            <a:rPr lang="es-MX" sz="2000" b="0" i="0" kern="1200" dirty="0" smtClean="0"/>
            <a:t>.</a:t>
          </a:r>
          <a:endParaRPr lang="es-ES" sz="2000" kern="1200" dirty="0"/>
        </a:p>
      </dsp:txBody>
      <dsp:txXfrm rot="10800000">
        <a:off x="2028969" y="3104396"/>
        <a:ext cx="5609853" cy="1033506"/>
      </dsp:txXfrm>
    </dsp:sp>
    <dsp:sp modelId="{849AAB0F-E0C1-4B77-8C68-954D412FEBAD}">
      <dsp:nvSpPr>
        <dsp:cNvPr id="0" name=""/>
        <dsp:cNvSpPr/>
      </dsp:nvSpPr>
      <dsp:spPr>
        <a:xfrm>
          <a:off x="1185582" y="3000487"/>
          <a:ext cx="1170022" cy="124132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428CB-DB61-4C91-B097-2964A0E4BAC0}">
      <dsp:nvSpPr>
        <dsp:cNvPr id="0" name=""/>
        <dsp:cNvSpPr/>
      </dsp:nvSpPr>
      <dsp:spPr>
        <a:xfrm>
          <a:off x="1420222" y="510354"/>
          <a:ext cx="1936925" cy="129192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0" rIns="177800" bIns="1778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C" sz="2500" b="0" i="0" kern="1200" dirty="0" smtClean="0"/>
            <a:t>Hardware (</a:t>
          </a:r>
          <a:r>
            <a:rPr lang="es-EC" sz="2500" b="0" i="0" kern="1200" dirty="0" err="1" smtClean="0"/>
            <a:t>Edge</a:t>
          </a:r>
          <a:r>
            <a:rPr lang="es-EC" sz="2500" b="0" i="0" kern="1200" dirty="0" smtClean="0"/>
            <a:t>)</a:t>
          </a:r>
          <a:endParaRPr lang="es-ES" sz="2500" b="0" kern="1200" dirty="0"/>
        </a:p>
      </dsp:txBody>
      <dsp:txXfrm>
        <a:off x="1730130" y="510354"/>
        <a:ext cx="1627017" cy="1291929"/>
      </dsp:txXfrm>
    </dsp:sp>
    <dsp:sp modelId="{A3D79B44-035C-4089-B99E-A16E80A5D557}">
      <dsp:nvSpPr>
        <dsp:cNvPr id="0" name=""/>
        <dsp:cNvSpPr/>
      </dsp:nvSpPr>
      <dsp:spPr>
        <a:xfrm>
          <a:off x="1421868" y="1731266"/>
          <a:ext cx="1936925" cy="129192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0" rIns="177800" bIns="1778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C" sz="2500" b="0" i="0" kern="1200" dirty="0" smtClean="0"/>
            <a:t>Software y ML</a:t>
          </a:r>
          <a:endParaRPr lang="es-ES" sz="2500" b="0" kern="1200" dirty="0"/>
        </a:p>
      </dsp:txBody>
      <dsp:txXfrm>
        <a:off x="1731776" y="1731266"/>
        <a:ext cx="1627017" cy="1291929"/>
      </dsp:txXfrm>
    </dsp:sp>
    <dsp:sp modelId="{62141DEE-7EBF-4B39-A999-AC4DF50F4C03}">
      <dsp:nvSpPr>
        <dsp:cNvPr id="0" name=""/>
        <dsp:cNvSpPr/>
      </dsp:nvSpPr>
      <dsp:spPr>
        <a:xfrm>
          <a:off x="1420222" y="2963676"/>
          <a:ext cx="1936925" cy="129192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0" rIns="177800" bIns="1778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C" sz="2500" b="0" i="0" kern="1200" dirty="0" smtClean="0"/>
            <a:t>Dashboard (</a:t>
          </a:r>
          <a:r>
            <a:rPr lang="es-EC" sz="2500" b="0" i="0" kern="1200" dirty="0" err="1" smtClean="0"/>
            <a:t>Streamlit</a:t>
          </a:r>
          <a:r>
            <a:rPr lang="es-EC" sz="2500" b="0" i="0" kern="1200" dirty="0" smtClean="0"/>
            <a:t>)</a:t>
          </a:r>
          <a:endParaRPr lang="es-ES" sz="2500" b="0" kern="1200" dirty="0"/>
        </a:p>
      </dsp:txBody>
      <dsp:txXfrm>
        <a:off x="1730130" y="2963676"/>
        <a:ext cx="1627017" cy="1291929"/>
      </dsp:txXfrm>
    </dsp:sp>
    <dsp:sp modelId="{FBE8B904-B01D-4D3C-98CF-3376325DEEA4}">
      <dsp:nvSpPr>
        <dsp:cNvPr id="0" name=""/>
        <dsp:cNvSpPr/>
      </dsp:nvSpPr>
      <dsp:spPr>
        <a:xfrm>
          <a:off x="128945" y="0"/>
          <a:ext cx="1291283" cy="1291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Lo que sí incluye</a:t>
          </a:r>
          <a:endParaRPr lang="es-ES" sz="1900" kern="1200" dirty="0"/>
        </a:p>
      </dsp:txBody>
      <dsp:txXfrm>
        <a:off x="318049" y="189104"/>
        <a:ext cx="913075" cy="913075"/>
      </dsp:txXfrm>
    </dsp:sp>
    <dsp:sp modelId="{308BA60C-F5B1-40AD-B227-85E71B01B435}">
      <dsp:nvSpPr>
        <dsp:cNvPr id="0" name=""/>
        <dsp:cNvSpPr/>
      </dsp:nvSpPr>
      <dsp:spPr>
        <a:xfrm>
          <a:off x="5121060" y="519230"/>
          <a:ext cx="1936925" cy="129192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0" rIns="177800" bIns="1778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C" sz="2500" b="0" i="0" kern="1200" dirty="0" smtClean="0"/>
            <a:t>Monitoreo Pasivo</a:t>
          </a:r>
          <a:endParaRPr lang="es-ES" sz="2500" b="0" kern="1200" dirty="0"/>
        </a:p>
      </dsp:txBody>
      <dsp:txXfrm>
        <a:off x="5430968" y="519230"/>
        <a:ext cx="1627017" cy="1291929"/>
      </dsp:txXfrm>
    </dsp:sp>
    <dsp:sp modelId="{F8001274-3988-474E-9DF5-A236DC789277}">
      <dsp:nvSpPr>
        <dsp:cNvPr id="0" name=""/>
        <dsp:cNvSpPr/>
      </dsp:nvSpPr>
      <dsp:spPr>
        <a:xfrm>
          <a:off x="5121060" y="1811159"/>
          <a:ext cx="1936925" cy="129192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0" rIns="177800" bIns="1778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C" sz="2500" b="0" i="0" kern="1200" dirty="0" smtClean="0"/>
            <a:t>Enfoque Específico</a:t>
          </a:r>
          <a:endParaRPr lang="es-ES" sz="2500" b="0" kern="1200" dirty="0"/>
        </a:p>
      </dsp:txBody>
      <dsp:txXfrm>
        <a:off x="5430968" y="1811159"/>
        <a:ext cx="1627017" cy="1291929"/>
      </dsp:txXfrm>
    </dsp:sp>
    <dsp:sp modelId="{F7AC9A33-AAE4-4474-9EB6-54FE7663A378}">
      <dsp:nvSpPr>
        <dsp:cNvPr id="0" name=""/>
        <dsp:cNvSpPr/>
      </dsp:nvSpPr>
      <dsp:spPr>
        <a:xfrm>
          <a:off x="4088033" y="2716"/>
          <a:ext cx="1291283" cy="1291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C" sz="1900" b="1" i="0" kern="1200" dirty="0" smtClean="0"/>
            <a:t>Límites del Proyecto</a:t>
          </a:r>
          <a:endParaRPr lang="es-ES" sz="1900" kern="1200" dirty="0"/>
        </a:p>
      </dsp:txBody>
      <dsp:txXfrm>
        <a:off x="4277137" y="191820"/>
        <a:ext cx="913075" cy="9130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59C7E-BDF6-3D4C-8E6E-A23BFB774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0C38CD-A9C9-6C42-B7A9-759813B4E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F6E134-785A-7041-BF29-D42B1EAE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0F930-CA56-5346-9661-CD9C6AF3B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ABA25-F8A5-EE48-87CC-B9C26C07D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55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CE25B-9858-0548-AD91-951CA07F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7058D6-13FA-9944-BA2D-91400E0F3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298A80-E7F1-C14F-8E72-4CBE2EA0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772525-A998-6E4B-A960-0EA0EDF7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902F44-488A-7848-8781-99958B3F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7482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5F8A9-3A94-7244-88D4-E58A0AD9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83FF0F-E53E-C445-A5CD-A0AF6765F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44682B-0779-9A44-9AD6-D2930AF7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2D574E-4297-A74E-B5B1-261B6867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D17893-425C-2744-9D01-3AEDABA1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30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12ED5-342F-D247-8ED1-20D64FE4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924C93-9F07-0D48-BE74-E43A0877A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04FED1-F9B8-8245-8741-B95AEF952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730B17-5891-5045-A782-CC30B280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7E4FC6-9F47-6948-9FF9-28D696C9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CF7B31-1A05-AB4D-BA66-D4703131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777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7551D-891C-C544-A530-98262005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EE9C98-A491-AD4E-A241-AF865FFB5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35247E-0E73-1647-84D9-934332548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3864C9-DD1C-C84B-A61C-5B73B9A85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04F16A-54AF-7C4F-B459-06064455E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E69042-302A-A944-9B2C-A760CA887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892DBC-75C1-B34F-BCB9-3FBEB96C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66513F-AF09-AB4D-B453-F88A2EE0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094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2DEAB-42DB-7C48-96C1-6F935594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3AE47A-8AF5-194E-8D8D-1C5063EA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0172410-6B7F-CF43-96C5-8D7C8D96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7AE774-EBCC-6B42-AED9-7A7906DC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102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9CDB0A-FC1B-9346-B09B-AB08020B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8A714F-AB7A-164F-A22B-B1271FDA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8F7F8B-0D26-CB4A-8525-4DDDA27C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132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8533C-49C2-7942-8977-B328C63BF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D18500-2BFE-1E4A-8779-36D6B2AF9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A9FD54-5E8A-C34F-84E4-DCA4CE46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AE0EF0-F32F-264B-930F-95D0B0024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9E7BC5-1B29-044D-AAD7-7A98DA7E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3DD88F-793A-E347-AFA4-2E40BB4AD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783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39B02-F4B1-6D40-8EA8-FD904E5FA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8D4DD4-425E-9B47-B0DE-25122BFB0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C8C281-4AC3-A442-B2DE-E84F8D507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067AE3-EE48-C24F-BF46-4FA9F94B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C4E125-E2A7-814F-8113-3CAB61CC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8F4C6A-D3D4-944F-A3D4-00E951ED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1063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80D55-3983-A24A-8891-CDE2F3FB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1AD7B6-F131-194B-B56D-6497F52E5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B72384-06E0-8544-AE6A-17B5585B3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1FC74E-F3D5-634B-A4E9-AEA3617D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D87AB2-7431-AA4E-9308-E3A28086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7549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632CA5-7082-744F-B53E-779BF1BEA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3A7434-B757-EF4D-9FFC-5398A13B7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D911A7-5A01-AB43-9468-FE60C64F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EA201B-3B8C-4E44-A471-10E00BA4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CDCA9-89A9-6248-BE5D-300D3FE8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008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0323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64B36F-9A96-5944-B9B8-4DA1D6DE5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0B1B6E-2CE3-0C4C-8BD6-87F62350C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135C6B-C0BD-CD49-815E-6A6004B1C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00151-F328-124F-B6E0-F6F292C7C844}" type="datetimeFigureOut">
              <a:rPr lang="es-CO" smtClean="0"/>
              <a:t>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CBD38F-1B44-7A40-8900-FE93E8FE7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ADA93E-E067-3B44-B122-2D274AF0A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E8223-65A2-BD49-AD9C-F280A2F06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31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47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4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2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.png" descr="image.png"/>
          <p:cNvPicPr>
            <a:picLocks noChangeAspect="1"/>
          </p:cNvPicPr>
          <p:nvPr/>
        </p:nvPicPr>
        <p:blipFill>
          <a:blip r:embed="rId2"/>
          <a:srcRect l="11596" t="11596" r="11596" b="11596"/>
          <a:stretch>
            <a:fillRect/>
          </a:stretch>
        </p:blipFill>
        <p:spPr>
          <a:xfrm>
            <a:off x="4876799" y="2316162"/>
            <a:ext cx="2438401" cy="22256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ENVENIDOS"/>
          <p:cNvSpPr txBox="1">
            <a:spLocks noGrp="1"/>
          </p:cNvSpPr>
          <p:nvPr>
            <p:ph type="title" idx="4294967295"/>
          </p:nvPr>
        </p:nvSpPr>
        <p:spPr>
          <a:xfrm>
            <a:off x="3643312" y="2747962"/>
            <a:ext cx="4905376" cy="136207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BIENVENIDOS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.jpeg" descr="image.jpeg"/>
          <p:cNvPicPr>
            <a:picLocks noChangeAspect="1"/>
          </p:cNvPicPr>
          <p:nvPr/>
        </p:nvPicPr>
        <p:blipFill>
          <a:blip r:embed="rId2"/>
          <a:srcRect t="7745" b="774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SEGURAMIENTO DE LA CALIDAD"/>
          <p:cNvSpPr txBox="1">
            <a:spLocks noGrp="1"/>
          </p:cNvSpPr>
          <p:nvPr>
            <p:ph type="title" idx="4294967295"/>
          </p:nvPr>
        </p:nvSpPr>
        <p:spPr>
          <a:xfrm>
            <a:off x="964308" y="2569075"/>
            <a:ext cx="6432311" cy="212192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defRPr sz="2600">
                <a:solidFill>
                  <a:srgbClr val="F50022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>
                <a:solidFill>
                  <a:srgbClr val="3D2363"/>
                </a:solidFill>
              </a:rPr>
              <a:t>INGENIERÍA EN TECNOLOGÍAS DE LA INFORMACIÓN</a:t>
            </a:r>
            <a:br>
              <a:rPr lang="en-US" b="1" dirty="0">
                <a:solidFill>
                  <a:srgbClr val="3D2363"/>
                </a:solidFill>
              </a:rPr>
            </a:br>
            <a:r>
              <a:rPr lang="en-US" b="1" dirty="0">
                <a:solidFill>
                  <a:srgbClr val="3D2363"/>
                </a:solidFill>
              </a:rPr>
              <a:t/>
            </a:r>
            <a:br>
              <a:rPr lang="en-US" b="1" dirty="0">
                <a:solidFill>
                  <a:srgbClr val="3D2363"/>
                </a:solidFill>
              </a:rPr>
            </a:br>
            <a:r>
              <a:rPr lang="en-US" b="1" dirty="0">
                <a:solidFill>
                  <a:srgbClr val="3D2363"/>
                </a:solidFill>
              </a:rPr>
              <a:t>MATRIZ AMBATO</a:t>
            </a:r>
            <a:br>
              <a:rPr lang="en-US" b="1" dirty="0">
                <a:solidFill>
                  <a:srgbClr val="3D2363"/>
                </a:solidFill>
              </a:rPr>
            </a:br>
            <a:r>
              <a:rPr lang="en-US" b="1" dirty="0">
                <a:solidFill>
                  <a:srgbClr val="3D2363"/>
                </a:solidFill>
              </a:rPr>
              <a:t/>
            </a:r>
            <a:br>
              <a:rPr lang="en-US" b="1" dirty="0">
                <a:solidFill>
                  <a:srgbClr val="3D2363"/>
                </a:solidFill>
              </a:rPr>
            </a:br>
            <a:r>
              <a:rPr lang="en-US" b="1" dirty="0">
                <a:solidFill>
                  <a:srgbClr val="3D2363"/>
                </a:solidFill>
              </a:rPr>
              <a:t>2026</a:t>
            </a:r>
            <a:br>
              <a:rPr lang="en-US" b="1" dirty="0">
                <a:solidFill>
                  <a:srgbClr val="3D2363"/>
                </a:solidFill>
              </a:rPr>
            </a:br>
            <a:endParaRPr b="1" dirty="0">
              <a:solidFill>
                <a:srgbClr val="3D2363"/>
              </a:solidFill>
            </a:endParaRPr>
          </a:p>
        </p:txBody>
      </p:sp>
      <p:pic>
        <p:nvPicPr>
          <p:cNvPr id="31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512" y="0"/>
            <a:ext cx="6313488" cy="5721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image.png" descr="image.png">
            <a:extLst>
              <a:ext uri="{FF2B5EF4-FFF2-40B4-BE49-F238E27FC236}">
                <a16:creationId xmlns:a16="http://schemas.microsoft.com/office/drawing/2014/main" id="{6CDF672D-CF30-41C6-1697-14C8C4EF4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4FDF2E11-17FF-A04D-88E9-D043D9F0C3E2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AA0CE56F-1810-2E45-B0D5-C8ECFFB33A94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C7352FB1-4BCD-7A44-B85D-7F560424802D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187AA15-467B-AC47-93BB-4908B9892EA7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55419BF-F1A7-6844-813A-6BCBEB62B281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5EBCD7B-77D2-384E-A7F5-8D1A70BF8BEC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BC6C6D0-C619-4F92-99C2-E35AED7195CB}"/>
              </a:ext>
            </a:extLst>
          </p:cNvPr>
          <p:cNvSpPr txBox="1"/>
          <p:nvPr/>
        </p:nvSpPr>
        <p:spPr>
          <a:xfrm>
            <a:off x="6611880" y="5003404"/>
            <a:ext cx="417995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CO" sz="2000" b="1" spc="300" dirty="0">
                <a:latin typeface="Times New Roman"/>
                <a:cs typeface="Times New Roman"/>
              </a:rPr>
              <a:t>Tutor/a:</a:t>
            </a:r>
          </a:p>
          <a:p>
            <a:r>
              <a:rPr lang="es-CO" sz="2000" b="1" spc="300" dirty="0" smtClean="0">
                <a:latin typeface="Times New Roman"/>
                <a:cs typeface="Times New Roman"/>
              </a:rPr>
              <a:t>Ing. Christian Junta Mg.</a:t>
            </a:r>
            <a:endParaRPr lang="es-EC" sz="2000" dirty="0">
              <a:latin typeface="Times New Roman"/>
              <a:cs typeface="Times New Roman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E0DFD32-1629-DA7A-C13C-668BA4984135}"/>
              </a:ext>
            </a:extLst>
          </p:cNvPr>
          <p:cNvSpPr txBox="1"/>
          <p:nvPr/>
        </p:nvSpPr>
        <p:spPr>
          <a:xfrm>
            <a:off x="1400168" y="5003404"/>
            <a:ext cx="476129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CO" sz="2000" b="1" spc="300" dirty="0">
                <a:latin typeface="Times New Roman"/>
                <a:cs typeface="Times New Roman"/>
              </a:rPr>
              <a:t>Estudiante:</a:t>
            </a:r>
          </a:p>
          <a:p>
            <a:r>
              <a:rPr lang="es-CO" sz="2000" b="1" spc="300" dirty="0" smtClean="0">
                <a:latin typeface="Times New Roman"/>
                <a:cs typeface="Times New Roman"/>
              </a:rPr>
              <a:t>Christian Zurita</a:t>
            </a:r>
            <a:endParaRPr lang="es-CO" sz="2000" b="1" spc="300" dirty="0">
              <a:latin typeface="Times New Roman"/>
              <a:cs typeface="Times New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4BF097-1CB3-3C31-C9CD-EFC8E94B0A12}"/>
              </a:ext>
            </a:extLst>
          </p:cNvPr>
          <p:cNvSpPr txBox="1"/>
          <p:nvPr/>
        </p:nvSpPr>
        <p:spPr>
          <a:xfrm>
            <a:off x="1456680" y="2251652"/>
            <a:ext cx="9829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s-EC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SISTEMA </a:t>
            </a:r>
            <a:r>
              <a:rPr lang="es-EC" b="1" dirty="0">
                <a:latin typeface="Times New Roman" panose="02020603050405020304" pitchFamily="18" charset="0"/>
                <a:ea typeface="Calibri" panose="020F0502020204030204" pitchFamily="34" charset="0"/>
              </a:rPr>
              <a:t>DE MONITOREO PASIVO DE INFORMACIÓN PARA LA PRESENTACIÓN DE RESULTADOS DE LA HUELLA DE CARBONO USANDO DATOS DE PRODUCCIÓN TEXTIL EN UNA INDUSTRIA DE JEANS EN </a:t>
            </a:r>
            <a:r>
              <a:rPr lang="es-EC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PELILEO”</a:t>
            </a:r>
            <a:endParaRPr lang="es-EC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.png" descr="image.png">
            <a:extLst>
              <a:ext uri="{FF2B5EF4-FFF2-40B4-BE49-F238E27FC236}">
                <a16:creationId xmlns:a16="http://schemas.microsoft.com/office/drawing/2014/main" id="{B9219A20-A66C-CA95-21D6-EC33F4FE9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5060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4FDF2E11-17FF-A04D-88E9-D043D9F0C3E2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AA0CE56F-1810-2E45-B0D5-C8ECFFB33A94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C7352FB1-4BCD-7A44-B85D-7F560424802D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80DC592-3E1D-EB48-87CB-3390F69A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952" y="1668163"/>
            <a:ext cx="4389360" cy="371366"/>
          </a:xfrm>
        </p:spPr>
        <p:txBody>
          <a:bodyPr>
            <a:normAutofit fontScale="90000"/>
          </a:bodyPr>
          <a:lstStyle/>
          <a:p>
            <a:r>
              <a:rPr lang="es-CO" sz="2800" b="1" spc="300">
                <a:solidFill>
                  <a:srgbClr val="3D2363"/>
                </a:solidFill>
                <a:latin typeface="Times New Roman"/>
                <a:cs typeface="Times New Roman"/>
              </a:rPr>
              <a:t>Contenido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4BC9CCA-20A0-4449-85B2-2411827F5915}"/>
              </a:ext>
            </a:extLst>
          </p:cNvPr>
          <p:cNvSpPr txBox="1">
            <a:spLocks/>
          </p:cNvSpPr>
          <p:nvPr/>
        </p:nvSpPr>
        <p:spPr>
          <a:xfrm>
            <a:off x="957106" y="1511972"/>
            <a:ext cx="858850" cy="76774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3600" b="1" spc="300" dirty="0">
                <a:solidFill>
                  <a:srgbClr val="ED7125"/>
                </a:solidFill>
                <a:latin typeface="+mn-lt"/>
                <a:ea typeface="MS Gothic" panose="020B0609070205080204" pitchFamily="49" charset="-128"/>
              </a:rPr>
              <a:t>01</a:t>
            </a:r>
            <a:endParaRPr lang="es-CO" sz="3600" spc="300" dirty="0">
              <a:solidFill>
                <a:srgbClr val="ED7125"/>
              </a:solidFill>
              <a:latin typeface="+mn-lt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10D040-C61A-954D-A102-60A545C8C312}"/>
              </a:ext>
            </a:extLst>
          </p:cNvPr>
          <p:cNvCxnSpPr>
            <a:cxnSpLocks/>
          </p:cNvCxnSpPr>
          <p:nvPr/>
        </p:nvCxnSpPr>
        <p:spPr>
          <a:xfrm>
            <a:off x="2029648" y="1469973"/>
            <a:ext cx="0" cy="767746"/>
          </a:xfrm>
          <a:prstGeom prst="line">
            <a:avLst/>
          </a:prstGeom>
          <a:ln w="15875">
            <a:solidFill>
              <a:srgbClr val="362458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187AA15-467B-AC47-93BB-4908B9892EA7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55419BF-F1A7-6844-813A-6BCBEB62B281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5EBCD7B-77D2-384E-A7F5-8D1A70BF8BEC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3" name="image.png" descr="image.png">
            <a:extLst>
              <a:ext uri="{FF2B5EF4-FFF2-40B4-BE49-F238E27FC236}">
                <a16:creationId xmlns:a16="http://schemas.microsoft.com/office/drawing/2014/main" id="{27E4E85A-EFE2-1F09-4DA1-28F4DCAE1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9797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40DA5-EBB6-6C23-FAAB-4F241FBE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B64B6F1C-889B-BEAA-0314-D0E95BB0C04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F7F344DF-432B-C2F6-C6EF-3D25634ADBA8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B22C3AEC-BCD8-118B-9111-2E78A30BAD9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066" y="3504144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Capítulo 1. Introducción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C006643A-CB5A-54E2-EB85-0EA0628DC2FE}"/>
              </a:ext>
            </a:extLst>
          </p:cNvPr>
          <p:cNvSpPr txBox="1">
            <a:spLocks/>
          </p:cNvSpPr>
          <p:nvPr/>
        </p:nvSpPr>
        <p:spPr>
          <a:xfrm>
            <a:off x="2630904" y="3311167"/>
            <a:ext cx="1084518" cy="76774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3600" b="1" spc="300" dirty="0">
                <a:solidFill>
                  <a:srgbClr val="ED7125"/>
                </a:solidFill>
                <a:latin typeface="Times New Roman"/>
                <a:ea typeface="MS Gothic" panose="020B0609070205080204" pitchFamily="49" charset="-128"/>
                <a:cs typeface="Times New Roman"/>
              </a:rPr>
              <a:t>a)</a:t>
            </a:r>
            <a:endParaRPr lang="es-CO" sz="3600" spc="300" dirty="0">
              <a:solidFill>
                <a:srgbClr val="ED7125"/>
              </a:solidFill>
              <a:latin typeface="Times New Roman"/>
              <a:cs typeface="Times New Roman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2858569-105D-C0D1-9543-CF499702D1C7}"/>
              </a:ext>
            </a:extLst>
          </p:cNvPr>
          <p:cNvCxnSpPr>
            <a:cxnSpLocks/>
          </p:cNvCxnSpPr>
          <p:nvPr/>
        </p:nvCxnSpPr>
        <p:spPr>
          <a:xfrm>
            <a:off x="3992667" y="2829618"/>
            <a:ext cx="0" cy="1720418"/>
          </a:xfrm>
          <a:prstGeom prst="line">
            <a:avLst/>
          </a:prstGeom>
          <a:ln w="15875">
            <a:solidFill>
              <a:srgbClr val="362458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6AF6399-7038-011F-57B9-48886A281119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79A42C6-2330-F9D0-6432-B2FE7AA784B4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5C5E583-4F39-4BA6-A5B3-C1CB1BA7D059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3" name="image.png" descr="image.png">
            <a:extLst>
              <a:ext uri="{FF2B5EF4-FFF2-40B4-BE49-F238E27FC236}">
                <a16:creationId xmlns:a16="http://schemas.microsoft.com/office/drawing/2014/main" id="{C30C6D2B-5D01-0A9F-53C5-D5E1808BE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2311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upo 14"/>
          <p:cNvGrpSpPr/>
          <p:nvPr/>
        </p:nvGrpSpPr>
        <p:grpSpPr>
          <a:xfrm>
            <a:off x="1854446" y="1582525"/>
            <a:ext cx="8097421" cy="4548836"/>
            <a:chOff x="1854446" y="1582525"/>
            <a:chExt cx="8097421" cy="4548836"/>
          </a:xfrm>
        </p:grpSpPr>
        <p:sp>
          <p:nvSpPr>
            <p:cNvPr id="16" name="Rectángulo 15"/>
            <p:cNvSpPr/>
            <p:nvPr/>
          </p:nvSpPr>
          <p:spPr>
            <a:xfrm>
              <a:off x="1854446" y="1582525"/>
              <a:ext cx="8097421" cy="454883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  <p:sp>
          <p:nvSpPr>
            <p:cNvPr id="17" name="Forma libre 16"/>
            <p:cNvSpPr/>
            <p:nvPr/>
          </p:nvSpPr>
          <p:spPr>
            <a:xfrm>
              <a:off x="4898106" y="1627327"/>
              <a:ext cx="4858452" cy="1421511"/>
            </a:xfrm>
            <a:custGeom>
              <a:avLst/>
              <a:gdLst>
                <a:gd name="connsiteX0" fmla="*/ 0 w 4858452"/>
                <a:gd name="connsiteY0" fmla="*/ 177689 h 1421511"/>
                <a:gd name="connsiteX1" fmla="*/ 4147697 w 4858452"/>
                <a:gd name="connsiteY1" fmla="*/ 177689 h 1421511"/>
                <a:gd name="connsiteX2" fmla="*/ 4147697 w 4858452"/>
                <a:gd name="connsiteY2" fmla="*/ 0 h 1421511"/>
                <a:gd name="connsiteX3" fmla="*/ 4858452 w 4858452"/>
                <a:gd name="connsiteY3" fmla="*/ 710756 h 1421511"/>
                <a:gd name="connsiteX4" fmla="*/ 4147697 w 4858452"/>
                <a:gd name="connsiteY4" fmla="*/ 1421511 h 1421511"/>
                <a:gd name="connsiteX5" fmla="*/ 4147697 w 4858452"/>
                <a:gd name="connsiteY5" fmla="*/ 1243822 h 1421511"/>
                <a:gd name="connsiteX6" fmla="*/ 0 w 4858452"/>
                <a:gd name="connsiteY6" fmla="*/ 1243822 h 1421511"/>
                <a:gd name="connsiteX7" fmla="*/ 0 w 4858452"/>
                <a:gd name="connsiteY7" fmla="*/ 177689 h 142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8452" h="1421511">
                  <a:moveTo>
                    <a:pt x="0" y="177689"/>
                  </a:moveTo>
                  <a:lnTo>
                    <a:pt x="4147697" y="177689"/>
                  </a:lnTo>
                  <a:lnTo>
                    <a:pt x="4147697" y="0"/>
                  </a:lnTo>
                  <a:lnTo>
                    <a:pt x="4858452" y="710756"/>
                  </a:lnTo>
                  <a:lnTo>
                    <a:pt x="4147697" y="1421511"/>
                  </a:lnTo>
                  <a:lnTo>
                    <a:pt x="4147697" y="1243822"/>
                  </a:lnTo>
                  <a:lnTo>
                    <a:pt x="0" y="1243822"/>
                  </a:lnTo>
                  <a:lnTo>
                    <a:pt x="0" y="177689"/>
                  </a:lnTo>
                  <a:close/>
                </a:path>
              </a:pathLst>
            </a:cu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8255" tIns="185944" rIns="541322" bIns="185944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MX" sz="1300" b="0" i="0" kern="1200" dirty="0" smtClean="0"/>
                <a:t>Generación de 92 millones de toneladas de desechos anuales.</a:t>
              </a:r>
              <a:endParaRPr lang="es-ES" sz="13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MX" sz="1300" b="0" i="0" kern="1200" dirty="0" smtClean="0"/>
                <a:t>Responsable del 8% al 10% de emisiones GEI globales.</a:t>
              </a:r>
              <a:endParaRPr lang="es-ES" sz="13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MX" sz="1300" b="0" i="0" kern="1200" dirty="0" smtClean="0"/>
                <a:t>Baja circularidad: Menos del 1% de la ropa se recicla en nuevas prendas.</a:t>
              </a:r>
              <a:endParaRPr lang="es-EC" sz="13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s-EC" sz="1300" kern="1200" dirty="0"/>
            </a:p>
          </p:txBody>
        </p:sp>
        <p:sp>
          <p:nvSpPr>
            <p:cNvPr id="18" name="Forma libre 17"/>
            <p:cNvSpPr/>
            <p:nvPr/>
          </p:nvSpPr>
          <p:spPr>
            <a:xfrm>
              <a:off x="2352583" y="1621819"/>
              <a:ext cx="2237173" cy="1343912"/>
            </a:xfrm>
            <a:custGeom>
              <a:avLst/>
              <a:gdLst>
                <a:gd name="connsiteX0" fmla="*/ 0 w 3238968"/>
                <a:gd name="connsiteY0" fmla="*/ 236923 h 1421511"/>
                <a:gd name="connsiteX1" fmla="*/ 236923 w 3238968"/>
                <a:gd name="connsiteY1" fmla="*/ 0 h 1421511"/>
                <a:gd name="connsiteX2" fmla="*/ 3002045 w 3238968"/>
                <a:gd name="connsiteY2" fmla="*/ 0 h 1421511"/>
                <a:gd name="connsiteX3" fmla="*/ 3238968 w 3238968"/>
                <a:gd name="connsiteY3" fmla="*/ 236923 h 1421511"/>
                <a:gd name="connsiteX4" fmla="*/ 3238968 w 3238968"/>
                <a:gd name="connsiteY4" fmla="*/ 1184588 h 1421511"/>
                <a:gd name="connsiteX5" fmla="*/ 3002045 w 3238968"/>
                <a:gd name="connsiteY5" fmla="*/ 1421511 h 1421511"/>
                <a:gd name="connsiteX6" fmla="*/ 236923 w 3238968"/>
                <a:gd name="connsiteY6" fmla="*/ 1421511 h 1421511"/>
                <a:gd name="connsiteX7" fmla="*/ 0 w 3238968"/>
                <a:gd name="connsiteY7" fmla="*/ 1184588 h 1421511"/>
                <a:gd name="connsiteX8" fmla="*/ 0 w 3238968"/>
                <a:gd name="connsiteY8" fmla="*/ 236923 h 142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8968" h="1421511">
                  <a:moveTo>
                    <a:pt x="0" y="236923"/>
                  </a:moveTo>
                  <a:cubicBezTo>
                    <a:pt x="0" y="106074"/>
                    <a:pt x="106074" y="0"/>
                    <a:pt x="236923" y="0"/>
                  </a:cubicBezTo>
                  <a:lnTo>
                    <a:pt x="3002045" y="0"/>
                  </a:lnTo>
                  <a:cubicBezTo>
                    <a:pt x="3132894" y="0"/>
                    <a:pt x="3238968" y="106074"/>
                    <a:pt x="3238968" y="236923"/>
                  </a:cubicBezTo>
                  <a:lnTo>
                    <a:pt x="3238968" y="1184588"/>
                  </a:lnTo>
                  <a:cubicBezTo>
                    <a:pt x="3238968" y="1315437"/>
                    <a:pt x="3132894" y="1421511"/>
                    <a:pt x="3002045" y="1421511"/>
                  </a:cubicBezTo>
                  <a:lnTo>
                    <a:pt x="236923" y="1421511"/>
                  </a:lnTo>
                  <a:cubicBezTo>
                    <a:pt x="106074" y="1421511"/>
                    <a:pt x="0" y="1315437"/>
                    <a:pt x="0" y="1184588"/>
                  </a:cubicBezTo>
                  <a:lnTo>
                    <a:pt x="0" y="236923"/>
                  </a:lnTo>
                  <a:close/>
                </a:path>
              </a:pathLst>
            </a:cu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317042" tIns="193217" rIns="317042" bIns="193217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6500" kern="1200" dirty="0"/>
            </a:p>
          </p:txBody>
        </p:sp>
        <p:sp>
          <p:nvSpPr>
            <p:cNvPr id="22" name="Forma libre 21"/>
            <p:cNvSpPr/>
            <p:nvPr/>
          </p:nvSpPr>
          <p:spPr>
            <a:xfrm>
              <a:off x="4898106" y="3168588"/>
              <a:ext cx="4858452" cy="1421511"/>
            </a:xfrm>
            <a:custGeom>
              <a:avLst/>
              <a:gdLst>
                <a:gd name="connsiteX0" fmla="*/ 0 w 4858452"/>
                <a:gd name="connsiteY0" fmla="*/ 177689 h 1421511"/>
                <a:gd name="connsiteX1" fmla="*/ 4147697 w 4858452"/>
                <a:gd name="connsiteY1" fmla="*/ 177689 h 1421511"/>
                <a:gd name="connsiteX2" fmla="*/ 4147697 w 4858452"/>
                <a:gd name="connsiteY2" fmla="*/ 0 h 1421511"/>
                <a:gd name="connsiteX3" fmla="*/ 4858452 w 4858452"/>
                <a:gd name="connsiteY3" fmla="*/ 710756 h 1421511"/>
                <a:gd name="connsiteX4" fmla="*/ 4147697 w 4858452"/>
                <a:gd name="connsiteY4" fmla="*/ 1421511 h 1421511"/>
                <a:gd name="connsiteX5" fmla="*/ 4147697 w 4858452"/>
                <a:gd name="connsiteY5" fmla="*/ 1243822 h 1421511"/>
                <a:gd name="connsiteX6" fmla="*/ 0 w 4858452"/>
                <a:gd name="connsiteY6" fmla="*/ 1243822 h 1421511"/>
                <a:gd name="connsiteX7" fmla="*/ 0 w 4858452"/>
                <a:gd name="connsiteY7" fmla="*/ 177689 h 142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8452" h="1421511">
                  <a:moveTo>
                    <a:pt x="0" y="177689"/>
                  </a:moveTo>
                  <a:lnTo>
                    <a:pt x="4147697" y="177689"/>
                  </a:lnTo>
                  <a:lnTo>
                    <a:pt x="4147697" y="0"/>
                  </a:lnTo>
                  <a:lnTo>
                    <a:pt x="4858452" y="710756"/>
                  </a:lnTo>
                  <a:lnTo>
                    <a:pt x="4147697" y="1421511"/>
                  </a:lnTo>
                  <a:lnTo>
                    <a:pt x="4147697" y="1243822"/>
                  </a:lnTo>
                  <a:lnTo>
                    <a:pt x="0" y="1243822"/>
                  </a:lnTo>
                  <a:lnTo>
                    <a:pt x="0" y="177689"/>
                  </a:lnTo>
                  <a:close/>
                </a:path>
              </a:pathLst>
            </a:cu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8255" tIns="185944" rIns="541322" bIns="185944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MX" sz="1300" b="0" i="0" kern="1200" dirty="0" smtClean="0"/>
                <a:t>Aporta el 7% al PIB del sector manufacturero ecuatoriano.</a:t>
              </a:r>
              <a:endParaRPr lang="es-ES" sz="13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MX" sz="1300" b="0" i="0" kern="1200" dirty="0" smtClean="0"/>
                <a:t>El 15.8% de industrias envían residuos a botaderos (generando metano).</a:t>
              </a:r>
              <a:endParaRPr lang="es-EC" sz="13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MX" sz="1300" b="0" i="0" kern="1200" dirty="0" smtClean="0"/>
                <a:t>Alta concentración: Gran foco de impacto ambiental en Tungurahua.</a:t>
              </a:r>
              <a:endParaRPr lang="es-EC" sz="1300" b="0" kern="1200" dirty="0"/>
            </a:p>
          </p:txBody>
        </p:sp>
        <p:sp>
          <p:nvSpPr>
            <p:cNvPr id="23" name="Forma libre 22"/>
            <p:cNvSpPr/>
            <p:nvPr/>
          </p:nvSpPr>
          <p:spPr>
            <a:xfrm>
              <a:off x="2352583" y="3194862"/>
              <a:ext cx="2350214" cy="1324162"/>
            </a:xfrm>
            <a:custGeom>
              <a:avLst/>
              <a:gdLst>
                <a:gd name="connsiteX0" fmla="*/ 0 w 3238968"/>
                <a:gd name="connsiteY0" fmla="*/ 236923 h 1421511"/>
                <a:gd name="connsiteX1" fmla="*/ 236923 w 3238968"/>
                <a:gd name="connsiteY1" fmla="*/ 0 h 1421511"/>
                <a:gd name="connsiteX2" fmla="*/ 3002045 w 3238968"/>
                <a:gd name="connsiteY2" fmla="*/ 0 h 1421511"/>
                <a:gd name="connsiteX3" fmla="*/ 3238968 w 3238968"/>
                <a:gd name="connsiteY3" fmla="*/ 236923 h 1421511"/>
                <a:gd name="connsiteX4" fmla="*/ 3238968 w 3238968"/>
                <a:gd name="connsiteY4" fmla="*/ 1184588 h 1421511"/>
                <a:gd name="connsiteX5" fmla="*/ 3002045 w 3238968"/>
                <a:gd name="connsiteY5" fmla="*/ 1421511 h 1421511"/>
                <a:gd name="connsiteX6" fmla="*/ 236923 w 3238968"/>
                <a:gd name="connsiteY6" fmla="*/ 1421511 h 1421511"/>
                <a:gd name="connsiteX7" fmla="*/ 0 w 3238968"/>
                <a:gd name="connsiteY7" fmla="*/ 1184588 h 1421511"/>
                <a:gd name="connsiteX8" fmla="*/ 0 w 3238968"/>
                <a:gd name="connsiteY8" fmla="*/ 236923 h 142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8968" h="1421511">
                  <a:moveTo>
                    <a:pt x="0" y="236923"/>
                  </a:moveTo>
                  <a:cubicBezTo>
                    <a:pt x="0" y="106074"/>
                    <a:pt x="106074" y="0"/>
                    <a:pt x="236923" y="0"/>
                  </a:cubicBezTo>
                  <a:lnTo>
                    <a:pt x="3002045" y="0"/>
                  </a:lnTo>
                  <a:cubicBezTo>
                    <a:pt x="3132894" y="0"/>
                    <a:pt x="3238968" y="106074"/>
                    <a:pt x="3238968" y="236923"/>
                  </a:cubicBezTo>
                  <a:lnTo>
                    <a:pt x="3238968" y="1184588"/>
                  </a:lnTo>
                  <a:cubicBezTo>
                    <a:pt x="3238968" y="1315437"/>
                    <a:pt x="3132894" y="1421511"/>
                    <a:pt x="3002045" y="1421511"/>
                  </a:cubicBezTo>
                  <a:lnTo>
                    <a:pt x="236923" y="1421511"/>
                  </a:lnTo>
                  <a:cubicBezTo>
                    <a:pt x="106074" y="1421511"/>
                    <a:pt x="0" y="1315437"/>
                    <a:pt x="0" y="1184588"/>
                  </a:cubicBezTo>
                  <a:lnTo>
                    <a:pt x="0" y="236923"/>
                  </a:lnTo>
                  <a:close/>
                </a:path>
              </a:pathLst>
            </a:cu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317042" tIns="193217" rIns="317042" bIns="193217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6500" kern="1200" dirty="0"/>
            </a:p>
          </p:txBody>
        </p:sp>
        <p:sp>
          <p:nvSpPr>
            <p:cNvPr id="24" name="Forma libre 23"/>
            <p:cNvSpPr/>
            <p:nvPr/>
          </p:nvSpPr>
          <p:spPr>
            <a:xfrm>
              <a:off x="4898106" y="4709849"/>
              <a:ext cx="4858452" cy="1421511"/>
            </a:xfrm>
            <a:custGeom>
              <a:avLst/>
              <a:gdLst>
                <a:gd name="connsiteX0" fmla="*/ 0 w 4858452"/>
                <a:gd name="connsiteY0" fmla="*/ 177689 h 1421511"/>
                <a:gd name="connsiteX1" fmla="*/ 4147697 w 4858452"/>
                <a:gd name="connsiteY1" fmla="*/ 177689 h 1421511"/>
                <a:gd name="connsiteX2" fmla="*/ 4147697 w 4858452"/>
                <a:gd name="connsiteY2" fmla="*/ 0 h 1421511"/>
                <a:gd name="connsiteX3" fmla="*/ 4858452 w 4858452"/>
                <a:gd name="connsiteY3" fmla="*/ 710756 h 1421511"/>
                <a:gd name="connsiteX4" fmla="*/ 4147697 w 4858452"/>
                <a:gd name="connsiteY4" fmla="*/ 1421511 h 1421511"/>
                <a:gd name="connsiteX5" fmla="*/ 4147697 w 4858452"/>
                <a:gd name="connsiteY5" fmla="*/ 1243822 h 1421511"/>
                <a:gd name="connsiteX6" fmla="*/ 0 w 4858452"/>
                <a:gd name="connsiteY6" fmla="*/ 1243822 h 1421511"/>
                <a:gd name="connsiteX7" fmla="*/ 0 w 4858452"/>
                <a:gd name="connsiteY7" fmla="*/ 177689 h 142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8452" h="1421511">
                  <a:moveTo>
                    <a:pt x="0" y="177689"/>
                  </a:moveTo>
                  <a:lnTo>
                    <a:pt x="4147697" y="177689"/>
                  </a:lnTo>
                  <a:lnTo>
                    <a:pt x="4147697" y="0"/>
                  </a:lnTo>
                  <a:lnTo>
                    <a:pt x="4858452" y="710756"/>
                  </a:lnTo>
                  <a:lnTo>
                    <a:pt x="4147697" y="1421511"/>
                  </a:lnTo>
                  <a:lnTo>
                    <a:pt x="4147697" y="1243822"/>
                  </a:lnTo>
                  <a:lnTo>
                    <a:pt x="0" y="1243822"/>
                  </a:lnTo>
                  <a:lnTo>
                    <a:pt x="0" y="177689"/>
                  </a:lnTo>
                  <a:close/>
                </a:path>
              </a:pathLst>
            </a:cu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8255" tIns="185944" rIns="541322" bIns="185944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MX" sz="1300" b="0" i="0" kern="1200" dirty="0" smtClean="0"/>
                <a:t>Operación tradicional de Denim con alta generación de mermas.</a:t>
              </a:r>
              <a:endParaRPr lang="es-ES" sz="13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EC" sz="1300" b="0" kern="1200" dirty="0" smtClean="0"/>
                <a:t> </a:t>
              </a:r>
              <a:r>
                <a:rPr lang="es-EC" sz="1300" b="0" i="0" kern="1200" dirty="0" smtClean="0"/>
                <a:t>Dependencia absoluta de registros manuales poco precisos.</a:t>
              </a:r>
              <a:endParaRPr lang="es-EC" sz="13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MX" sz="1300" b="0" i="0" kern="1200" dirty="0" smtClean="0"/>
                <a:t>Oportunidad urgente de digitalización y telemetría</a:t>
              </a:r>
              <a:endParaRPr lang="es-EC" sz="1300" b="0" kern="1200" dirty="0"/>
            </a:p>
          </p:txBody>
        </p:sp>
        <p:sp>
          <p:nvSpPr>
            <p:cNvPr id="25" name="Forma libre 24"/>
            <p:cNvSpPr/>
            <p:nvPr/>
          </p:nvSpPr>
          <p:spPr>
            <a:xfrm>
              <a:off x="2352583" y="4709849"/>
              <a:ext cx="2350214" cy="1334531"/>
            </a:xfrm>
            <a:custGeom>
              <a:avLst/>
              <a:gdLst>
                <a:gd name="connsiteX0" fmla="*/ 0 w 3238968"/>
                <a:gd name="connsiteY0" fmla="*/ 236923 h 1421511"/>
                <a:gd name="connsiteX1" fmla="*/ 236923 w 3238968"/>
                <a:gd name="connsiteY1" fmla="*/ 0 h 1421511"/>
                <a:gd name="connsiteX2" fmla="*/ 3002045 w 3238968"/>
                <a:gd name="connsiteY2" fmla="*/ 0 h 1421511"/>
                <a:gd name="connsiteX3" fmla="*/ 3238968 w 3238968"/>
                <a:gd name="connsiteY3" fmla="*/ 236923 h 1421511"/>
                <a:gd name="connsiteX4" fmla="*/ 3238968 w 3238968"/>
                <a:gd name="connsiteY4" fmla="*/ 1184588 h 1421511"/>
                <a:gd name="connsiteX5" fmla="*/ 3002045 w 3238968"/>
                <a:gd name="connsiteY5" fmla="*/ 1421511 h 1421511"/>
                <a:gd name="connsiteX6" fmla="*/ 236923 w 3238968"/>
                <a:gd name="connsiteY6" fmla="*/ 1421511 h 1421511"/>
                <a:gd name="connsiteX7" fmla="*/ 0 w 3238968"/>
                <a:gd name="connsiteY7" fmla="*/ 1184588 h 1421511"/>
                <a:gd name="connsiteX8" fmla="*/ 0 w 3238968"/>
                <a:gd name="connsiteY8" fmla="*/ 236923 h 142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8968" h="1421511">
                  <a:moveTo>
                    <a:pt x="0" y="236923"/>
                  </a:moveTo>
                  <a:cubicBezTo>
                    <a:pt x="0" y="106074"/>
                    <a:pt x="106074" y="0"/>
                    <a:pt x="236923" y="0"/>
                  </a:cubicBezTo>
                  <a:lnTo>
                    <a:pt x="3002045" y="0"/>
                  </a:lnTo>
                  <a:cubicBezTo>
                    <a:pt x="3132894" y="0"/>
                    <a:pt x="3238968" y="106074"/>
                    <a:pt x="3238968" y="236923"/>
                  </a:cubicBezTo>
                  <a:lnTo>
                    <a:pt x="3238968" y="1184588"/>
                  </a:lnTo>
                  <a:cubicBezTo>
                    <a:pt x="3238968" y="1315437"/>
                    <a:pt x="3132894" y="1421511"/>
                    <a:pt x="3002045" y="1421511"/>
                  </a:cubicBezTo>
                  <a:lnTo>
                    <a:pt x="236923" y="1421511"/>
                  </a:lnTo>
                  <a:cubicBezTo>
                    <a:pt x="106074" y="1421511"/>
                    <a:pt x="0" y="1315437"/>
                    <a:pt x="0" y="1184588"/>
                  </a:cubicBezTo>
                  <a:lnTo>
                    <a:pt x="0" y="236923"/>
                  </a:lnTo>
                  <a:close/>
                </a:path>
              </a:pathLst>
            </a:cu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317042" tIns="193217" rIns="317042" bIns="193217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6500" kern="1200" dirty="0"/>
            </a:p>
          </p:txBody>
        </p:sp>
      </p:grp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823" y="4832247"/>
            <a:ext cx="1089734" cy="1089734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61569" y="1684175"/>
            <a:ext cx="1219200" cy="1219200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77149" y="3205231"/>
            <a:ext cx="1301081" cy="130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39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96149071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88445" y="1336016"/>
            <a:ext cx="974889" cy="97488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75889" y="2953915"/>
            <a:ext cx="842639" cy="8426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25945" y="4582651"/>
            <a:ext cx="899887" cy="89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54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23" y="1523703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Planteamiento del Problema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3554903" y="3926018"/>
            <a:ext cx="5140171" cy="92333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C" dirty="0" smtClean="0"/>
              <a:t>Problema Central</a:t>
            </a:r>
          </a:p>
          <a:p>
            <a:r>
              <a:rPr lang="es-EC" dirty="0" smtClean="0"/>
              <a:t>“Inexistencia de herramientas para el procesamiento de datos de residuos textiles”</a:t>
            </a:r>
            <a:endParaRPr lang="es-EC" dirty="0"/>
          </a:p>
        </p:txBody>
      </p:sp>
      <p:sp>
        <p:nvSpPr>
          <p:cNvPr id="3" name="CuadroTexto 2"/>
          <p:cNvSpPr txBox="1"/>
          <p:nvPr/>
        </p:nvSpPr>
        <p:spPr>
          <a:xfrm>
            <a:off x="1074977" y="2130340"/>
            <a:ext cx="2903467" cy="147732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C" dirty="0" smtClean="0"/>
              <a:t>Efecto1: Presencia de picos críticos no controlados que elevan el riesgo de incumplir el reglamento cantonal de medición de contaminación</a:t>
            </a:r>
            <a:endParaRPr lang="es-EC" dirty="0"/>
          </a:p>
        </p:txBody>
      </p:sp>
      <p:sp>
        <p:nvSpPr>
          <p:cNvPr id="14" name="CuadroTexto 13"/>
          <p:cNvSpPr txBox="1"/>
          <p:nvPr/>
        </p:nvSpPr>
        <p:spPr>
          <a:xfrm>
            <a:off x="4393697" y="2135166"/>
            <a:ext cx="3462581" cy="147732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C" dirty="0" smtClean="0"/>
              <a:t>Efecto1: Aumento de la vulnerabilidad en la salud ocupacional para exposición prolongada a emisiones gaseosas y ruido</a:t>
            </a:r>
            <a:endParaRPr lang="es-EC" dirty="0"/>
          </a:p>
        </p:txBody>
      </p:sp>
      <p:sp>
        <p:nvSpPr>
          <p:cNvPr id="15" name="CuadroTexto 14"/>
          <p:cNvSpPr txBox="1"/>
          <p:nvPr/>
        </p:nvSpPr>
        <p:spPr>
          <a:xfrm>
            <a:off x="8458883" y="2127191"/>
            <a:ext cx="2903467" cy="147732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C" dirty="0" smtClean="0"/>
              <a:t>Efecto1: Presencia de picos críticos no controlados que elevan el riesgo de incumplir el reglamento cantonal de medición de contaminación</a:t>
            </a:r>
            <a:endParaRPr lang="es-EC" dirty="0"/>
          </a:p>
        </p:txBody>
      </p:sp>
      <p:sp>
        <p:nvSpPr>
          <p:cNvPr id="16" name="CuadroTexto 15"/>
          <p:cNvSpPr txBox="1"/>
          <p:nvPr/>
        </p:nvSpPr>
        <p:spPr>
          <a:xfrm>
            <a:off x="1074976" y="5284870"/>
            <a:ext cx="2903467" cy="120032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C" dirty="0" smtClean="0"/>
              <a:t>Causa1: Inexistencia de equipos automáticos para medir cuánto desperdicio se genera diariamente.</a:t>
            </a:r>
            <a:endParaRPr lang="es-EC" dirty="0"/>
          </a:p>
        </p:txBody>
      </p:sp>
      <p:sp>
        <p:nvSpPr>
          <p:cNvPr id="17" name="CuadroTexto 16"/>
          <p:cNvSpPr txBox="1"/>
          <p:nvPr/>
        </p:nvSpPr>
        <p:spPr>
          <a:xfrm>
            <a:off x="4482934" y="5284869"/>
            <a:ext cx="3284111" cy="120032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C" dirty="0" smtClean="0"/>
              <a:t>Efecto2: Uso de registros manuales o cálculos observados que no reflejan la realidad de los sobrantes textiles.</a:t>
            </a:r>
            <a:endParaRPr lang="es-EC" dirty="0"/>
          </a:p>
        </p:txBody>
      </p:sp>
      <p:sp>
        <p:nvSpPr>
          <p:cNvPr id="18" name="CuadroTexto 17"/>
          <p:cNvSpPr txBox="1"/>
          <p:nvPr/>
        </p:nvSpPr>
        <p:spPr>
          <a:xfrm>
            <a:off x="8288317" y="5284870"/>
            <a:ext cx="2903467" cy="120032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C" dirty="0" smtClean="0"/>
              <a:t>Efecto3: Dificultad para relacionar la cantidad de producción con el nivel de desperdicios generados</a:t>
            </a:r>
            <a:endParaRPr lang="es-EC" dirty="0"/>
          </a:p>
        </p:txBody>
      </p:sp>
      <p:cxnSp>
        <p:nvCxnSpPr>
          <p:cNvPr id="9" name="Conector recto de flecha 8"/>
          <p:cNvCxnSpPr>
            <a:stCxn id="16" idx="0"/>
          </p:cNvCxnSpPr>
          <p:nvPr/>
        </p:nvCxnSpPr>
        <p:spPr>
          <a:xfrm flipV="1">
            <a:off x="2526710" y="4849348"/>
            <a:ext cx="1074954" cy="435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18" idx="0"/>
          </p:cNvCxnSpPr>
          <p:nvPr/>
        </p:nvCxnSpPr>
        <p:spPr>
          <a:xfrm flipH="1" flipV="1">
            <a:off x="8648315" y="4849348"/>
            <a:ext cx="1091736" cy="435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endCxn id="3" idx="2"/>
          </p:cNvCxnSpPr>
          <p:nvPr/>
        </p:nvCxnSpPr>
        <p:spPr>
          <a:xfrm flipH="1" flipV="1">
            <a:off x="2526711" y="3607668"/>
            <a:ext cx="1445042" cy="318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17" idx="0"/>
            <a:endCxn id="2" idx="2"/>
          </p:cNvCxnSpPr>
          <p:nvPr/>
        </p:nvCxnSpPr>
        <p:spPr>
          <a:xfrm flipH="1" flipV="1">
            <a:off x="6124989" y="4849348"/>
            <a:ext cx="1" cy="435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>
            <a:stCxn id="2" idx="0"/>
            <a:endCxn id="14" idx="2"/>
          </p:cNvCxnSpPr>
          <p:nvPr/>
        </p:nvCxnSpPr>
        <p:spPr>
          <a:xfrm flipH="1" flipV="1">
            <a:off x="6124988" y="3612494"/>
            <a:ext cx="1" cy="313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>
            <a:endCxn id="15" idx="2"/>
          </p:cNvCxnSpPr>
          <p:nvPr/>
        </p:nvCxnSpPr>
        <p:spPr>
          <a:xfrm flipV="1">
            <a:off x="8558074" y="3604519"/>
            <a:ext cx="1352543" cy="321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60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9073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23" y="1523703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Justificación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085159851"/>
              </p:ext>
            </p:extLst>
          </p:nvPr>
        </p:nvGraphicFramePr>
        <p:xfrm>
          <a:off x="2063750" y="150002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269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3895070582"/>
              </p:ext>
            </p:extLst>
          </p:nvPr>
        </p:nvGraphicFramePr>
        <p:xfrm>
          <a:off x="1180514" y="1439333"/>
          <a:ext cx="866482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179" y="1019813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Viabilidad </a:t>
            </a:r>
            <a:r>
              <a:rPr lang="es-CO" sz="3600" spc="300" dirty="0" err="1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Técnológica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748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169017062"/>
              </p:ext>
            </p:extLst>
          </p:nvPr>
        </p:nvGraphicFramePr>
        <p:xfrm>
          <a:off x="1633849" y="893022"/>
          <a:ext cx="8733150" cy="5929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578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068" y="1421230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Relación con los ODS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445013206"/>
              </p:ext>
            </p:extLst>
          </p:nvPr>
        </p:nvGraphicFramePr>
        <p:xfrm>
          <a:off x="2219416" y="2196910"/>
          <a:ext cx="8824405" cy="4243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38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068" y="1421230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Objetivo General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606857" y="2403053"/>
            <a:ext cx="8833283" cy="120032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C" dirty="0"/>
              <a:t>Implementar un dashboard para el monitoreo y control de datos de contaminación por residuos textiles en la empresa Faditex, usando un modelo de Machine Learning, con la finalidad de </a:t>
            </a:r>
            <a:r>
              <a:rPr lang="es-EC" dirty="0" smtClean="0"/>
              <a:t>visualizar la </a:t>
            </a:r>
            <a:r>
              <a:rPr lang="es-EC" dirty="0"/>
              <a:t>cantidad de residuos textiles </a:t>
            </a:r>
            <a:r>
              <a:rPr lang="es-EC" dirty="0" smtClean="0"/>
              <a:t>generados en </a:t>
            </a:r>
            <a:r>
              <a:rPr lang="es-EC" dirty="0"/>
              <a:t>el área de producción.</a:t>
            </a:r>
          </a:p>
          <a:p>
            <a:endParaRPr lang="es-MX" dirty="0"/>
          </a:p>
        </p:txBody>
      </p:sp>
      <p:pic>
        <p:nvPicPr>
          <p:cNvPr id="1026" name="Picture 2" descr="Monitoreo - Iconos gratis de electrónica"/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58" y="4016052"/>
            <a:ext cx="1823299" cy="182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57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068" y="1421230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Objetivos Específicos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387060" y="2403054"/>
            <a:ext cx="8833283" cy="369331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s-EC" dirty="0"/>
              <a:t>Analizar la situación actual de generación de residuos textiles y la precisión en sus registros manuales, para establecer una línea base de impacto ambiental</a:t>
            </a:r>
            <a:r>
              <a:rPr lang="es-EC" dirty="0" smtClean="0"/>
              <a:t>.</a:t>
            </a:r>
            <a:endParaRPr lang="es-EC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s-EC" dirty="0"/>
              <a:t>Diseñar una arquitectura sólida que integra hardware de </a:t>
            </a:r>
            <a:r>
              <a:rPr lang="es-EC" dirty="0" smtClean="0"/>
              <a:t>sensorización</a:t>
            </a:r>
            <a:r>
              <a:rPr lang="es-EC" dirty="0"/>
              <a:t> </a:t>
            </a:r>
            <a:r>
              <a:rPr lang="es-EC" dirty="0" smtClean="0"/>
              <a:t>y </a:t>
            </a:r>
            <a:r>
              <a:rPr lang="es-EC" dirty="0"/>
              <a:t>protocolos de comunicación para el análisis de datos</a:t>
            </a:r>
            <a:r>
              <a:rPr lang="es-EC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C" dirty="0"/>
              <a:t>Desarrollar e implementar un pipeline de procesamiento de datos en Python y el modelo predictivo Random Forest para una estimación de desperdicios generados</a:t>
            </a:r>
            <a:r>
              <a:rPr lang="es-EC" dirty="0" smtClean="0"/>
              <a:t>.</a:t>
            </a:r>
            <a:endParaRPr lang="es-EC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C" dirty="0"/>
              <a:t>Validar el funcionamiento del pipeline y el modelo predictivo mediante comparaciones </a:t>
            </a:r>
            <a:r>
              <a:rPr lang="es-EC" dirty="0" smtClean="0"/>
              <a:t>con Kpi’s, en un dashboard visual, validando el pipeline predictivo.</a:t>
            </a:r>
            <a:endParaRPr lang="es-EC" dirty="0"/>
          </a:p>
          <a:p>
            <a:endParaRPr lang="es-MX" dirty="0"/>
          </a:p>
        </p:txBody>
      </p:sp>
      <p:sp>
        <p:nvSpPr>
          <p:cNvPr id="9" name="Rectángulo redondeado 8"/>
          <p:cNvSpPr/>
          <p:nvPr/>
        </p:nvSpPr>
        <p:spPr>
          <a:xfrm>
            <a:off x="10351362" y="2521259"/>
            <a:ext cx="825623" cy="5592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100%</a:t>
            </a:r>
            <a:endParaRPr lang="es-EC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10351363" y="3339689"/>
            <a:ext cx="825622" cy="5592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100%</a:t>
            </a:r>
            <a:endParaRPr lang="es-EC" dirty="0"/>
          </a:p>
        </p:txBody>
      </p:sp>
      <p:sp>
        <p:nvSpPr>
          <p:cNvPr id="16" name="Rectángulo redondeado 15"/>
          <p:cNvSpPr/>
          <p:nvPr/>
        </p:nvSpPr>
        <p:spPr>
          <a:xfrm>
            <a:off x="10351363" y="4249713"/>
            <a:ext cx="825622" cy="5592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100%</a:t>
            </a:r>
            <a:endParaRPr lang="es-EC" dirty="0"/>
          </a:p>
        </p:txBody>
      </p:sp>
      <p:sp>
        <p:nvSpPr>
          <p:cNvPr id="17" name="Rectángulo redondeado 16"/>
          <p:cNvSpPr/>
          <p:nvPr/>
        </p:nvSpPr>
        <p:spPr>
          <a:xfrm>
            <a:off x="10351363" y="5130287"/>
            <a:ext cx="825622" cy="55929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80%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436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068" y="1421230"/>
            <a:ext cx="8380182" cy="460836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Alcance y Delimitación del Proyecto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156366845"/>
              </p:ext>
            </p:extLst>
          </p:nvPr>
        </p:nvGraphicFramePr>
        <p:xfrm>
          <a:off x="2063750" y="2058016"/>
          <a:ext cx="7917811" cy="4397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264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40DA5-EBB6-6C23-FAAB-4F241FBE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B64B6F1C-889B-BEAA-0314-D0E95BB0C04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F7F344DF-432B-C2F6-C6EF-3D25634ADBA8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B22C3AEC-BCD8-118B-9111-2E78A30BAD9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066" y="3504144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Capítulo </a:t>
            </a:r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2. Metodología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C006643A-CB5A-54E2-EB85-0EA0628DC2FE}"/>
              </a:ext>
            </a:extLst>
          </p:cNvPr>
          <p:cNvSpPr txBox="1">
            <a:spLocks/>
          </p:cNvSpPr>
          <p:nvPr/>
        </p:nvSpPr>
        <p:spPr>
          <a:xfrm>
            <a:off x="2630904" y="3311167"/>
            <a:ext cx="1084518" cy="76774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3600" b="1" spc="300" dirty="0">
                <a:solidFill>
                  <a:srgbClr val="ED7125"/>
                </a:solidFill>
                <a:latin typeface="Times New Roman"/>
                <a:ea typeface="MS Gothic" panose="020B0609070205080204" pitchFamily="49" charset="-128"/>
                <a:cs typeface="Times New Roman"/>
              </a:rPr>
              <a:t>b</a:t>
            </a:r>
            <a:r>
              <a:rPr lang="es-ES" sz="3600" b="1" spc="300" dirty="0" smtClean="0">
                <a:solidFill>
                  <a:srgbClr val="ED7125"/>
                </a:solidFill>
                <a:latin typeface="Times New Roman"/>
                <a:ea typeface="MS Gothic" panose="020B0609070205080204" pitchFamily="49" charset="-128"/>
                <a:cs typeface="Times New Roman"/>
              </a:rPr>
              <a:t>)</a:t>
            </a:r>
            <a:endParaRPr lang="es-CO" sz="3600" spc="300" dirty="0">
              <a:solidFill>
                <a:srgbClr val="ED7125"/>
              </a:solidFill>
              <a:latin typeface="Times New Roman"/>
              <a:cs typeface="Times New Roman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2858569-105D-C0D1-9543-CF499702D1C7}"/>
              </a:ext>
            </a:extLst>
          </p:cNvPr>
          <p:cNvCxnSpPr>
            <a:cxnSpLocks/>
          </p:cNvCxnSpPr>
          <p:nvPr/>
        </p:nvCxnSpPr>
        <p:spPr>
          <a:xfrm>
            <a:off x="3992667" y="2829618"/>
            <a:ext cx="0" cy="1720418"/>
          </a:xfrm>
          <a:prstGeom prst="line">
            <a:avLst/>
          </a:prstGeom>
          <a:ln w="15875">
            <a:solidFill>
              <a:srgbClr val="362458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6AF6399-7038-011F-57B9-48886A281119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79A42C6-2330-F9D0-6432-B2FE7AA784B4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5C5E583-4F39-4BA6-A5B3-C1CB1BA7D059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3" name="image.png" descr="image.png">
            <a:extLst>
              <a:ext uri="{FF2B5EF4-FFF2-40B4-BE49-F238E27FC236}">
                <a16:creationId xmlns:a16="http://schemas.microsoft.com/office/drawing/2014/main" id="{C30C6D2B-5D01-0A9F-53C5-D5E1808BE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7878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352" y="1157342"/>
            <a:ext cx="6568222" cy="371366"/>
          </a:xfrm>
        </p:spPr>
        <p:txBody>
          <a:bodyPr>
            <a:noAutofit/>
          </a:bodyPr>
          <a:lstStyle/>
          <a:p>
            <a:pPr algn="ctr"/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Metodología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2" name="Google Shape;9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4260" y="15716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9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64760" y="18002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8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3852" y="2541613"/>
            <a:ext cx="2095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8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9403" y="2553705"/>
            <a:ext cx="2095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9620" y="2571750"/>
            <a:ext cx="2095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82806" y="2546456"/>
            <a:ext cx="2095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95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4764" y="159722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96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72200" y="160709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97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4374" y="159722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98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49556" y="1563741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02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048125" y="1826396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03;p13"/>
          <p:cNvSpPr/>
          <p:nvPr/>
        </p:nvSpPr>
        <p:spPr>
          <a:xfrm>
            <a:off x="3781425" y="4400550"/>
            <a:ext cx="152400" cy="152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105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00800" y="182582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6;p13"/>
          <p:cNvSpPr/>
          <p:nvPr/>
        </p:nvSpPr>
        <p:spPr>
          <a:xfrm>
            <a:off x="6019800" y="4400550"/>
            <a:ext cx="152400" cy="152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108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57569" y="179440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09;p13"/>
          <p:cNvSpPr/>
          <p:nvPr/>
        </p:nvSpPr>
        <p:spPr>
          <a:xfrm>
            <a:off x="8258175" y="4400550"/>
            <a:ext cx="152400" cy="152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111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59106" y="18002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12;p13"/>
          <p:cNvSpPr/>
          <p:nvPr/>
        </p:nvSpPr>
        <p:spPr>
          <a:xfrm>
            <a:off x="10496550" y="4400550"/>
            <a:ext cx="152400" cy="152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18;p13"/>
          <p:cNvSpPr txBox="1"/>
          <p:nvPr/>
        </p:nvSpPr>
        <p:spPr>
          <a:xfrm>
            <a:off x="5557035" y="2819400"/>
            <a:ext cx="18802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EXPLORAR</a:t>
            </a:r>
            <a:endParaRPr dirty="0"/>
          </a:p>
        </p:txBody>
      </p:sp>
      <p:sp>
        <p:nvSpPr>
          <p:cNvPr id="38" name="Google Shape;120;p13"/>
          <p:cNvSpPr txBox="1"/>
          <p:nvPr/>
        </p:nvSpPr>
        <p:spPr>
          <a:xfrm>
            <a:off x="7773737" y="2819400"/>
            <a:ext cx="18802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7C3AED"/>
                </a:solidFill>
                <a:latin typeface="Montserrat"/>
                <a:ea typeface="Montserrat"/>
                <a:cs typeface="Montserrat"/>
                <a:sym typeface="Montserrat"/>
              </a:rPr>
              <a:t>MODELAR</a:t>
            </a:r>
            <a:endParaRPr dirty="0"/>
          </a:p>
        </p:txBody>
      </p:sp>
      <p:sp>
        <p:nvSpPr>
          <p:cNvPr id="40" name="Google Shape;122;p13"/>
          <p:cNvSpPr txBox="1"/>
          <p:nvPr/>
        </p:nvSpPr>
        <p:spPr>
          <a:xfrm>
            <a:off x="9990438" y="2814673"/>
            <a:ext cx="18802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97706"/>
                </a:solidFill>
                <a:latin typeface="Montserrat"/>
                <a:ea typeface="Montserrat"/>
                <a:cs typeface="Montserrat"/>
                <a:sym typeface="Montserrat"/>
              </a:rPr>
              <a:t>INTERPRETAR</a:t>
            </a:r>
            <a:endParaRPr dirty="0"/>
          </a:p>
        </p:txBody>
      </p:sp>
      <p:pic>
        <p:nvPicPr>
          <p:cNvPr id="42" name="Google Shape;85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194765" y="2541613"/>
            <a:ext cx="2095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116;p13"/>
          <p:cNvSpPr txBox="1"/>
          <p:nvPr/>
        </p:nvSpPr>
        <p:spPr>
          <a:xfrm>
            <a:off x="3302397" y="2819400"/>
            <a:ext cx="18802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891B2"/>
                </a:solidFill>
                <a:latin typeface="Montserrat"/>
                <a:ea typeface="Montserrat"/>
                <a:cs typeface="Montserrat"/>
                <a:sym typeface="Montserrat"/>
              </a:rPr>
              <a:t>LIMPIAR</a:t>
            </a:r>
            <a:endParaRPr dirty="0"/>
          </a:p>
        </p:txBody>
      </p:sp>
      <p:sp>
        <p:nvSpPr>
          <p:cNvPr id="44" name="Google Shape;114;p13"/>
          <p:cNvSpPr txBox="1"/>
          <p:nvPr/>
        </p:nvSpPr>
        <p:spPr>
          <a:xfrm>
            <a:off x="1068671" y="2819400"/>
            <a:ext cx="18802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OBTENER</a:t>
            </a:r>
            <a:endParaRPr dirty="0"/>
          </a:p>
        </p:txBody>
      </p:sp>
      <p:sp>
        <p:nvSpPr>
          <p:cNvPr id="2" name="CuadroTexto 1"/>
          <p:cNvSpPr txBox="1"/>
          <p:nvPr/>
        </p:nvSpPr>
        <p:spPr>
          <a:xfrm>
            <a:off x="1179899" y="3220818"/>
            <a:ext cx="17988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Adquisición automatizada de datos (peso de residuos) mediante hardware </a:t>
            </a:r>
            <a:r>
              <a:rPr lang="es-MX" sz="1600" b="1" dirty="0"/>
              <a:t>HX711 y ESP32</a:t>
            </a:r>
            <a:r>
              <a:rPr lang="es-MX" sz="1600" dirty="0"/>
              <a:t>. Extracción hacia Python con la </a:t>
            </a:r>
            <a:r>
              <a:rPr lang="es-MX" sz="1600" b="1" dirty="0"/>
              <a:t>API REST de </a:t>
            </a:r>
            <a:r>
              <a:rPr lang="es-MX" sz="1600" b="1" dirty="0" err="1"/>
              <a:t>Adafruit</a:t>
            </a:r>
            <a:r>
              <a:rPr lang="es-MX" sz="1600" b="1" dirty="0"/>
              <a:t> IO</a:t>
            </a:r>
            <a:r>
              <a:rPr lang="es-MX" sz="1600" dirty="0"/>
              <a:t>.</a:t>
            </a:r>
            <a:endParaRPr lang="es-EC" sz="16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3352609" y="3278787"/>
            <a:ext cx="17988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Tratamiento de valores atípicos (</a:t>
            </a:r>
            <a:r>
              <a:rPr lang="es-MX" sz="1600" dirty="0" err="1"/>
              <a:t>outliers</a:t>
            </a:r>
            <a:r>
              <a:rPr lang="es-MX" sz="1600" dirty="0"/>
              <a:t>) y nulos. Aplicación de la técnica </a:t>
            </a:r>
            <a:r>
              <a:rPr lang="es-MX" sz="1600" b="1" dirty="0"/>
              <a:t>Z-Score</a:t>
            </a:r>
            <a:r>
              <a:rPr lang="es-MX" sz="1600" dirty="0"/>
              <a:t> para estandarizar las magnitudes antes de ingresar al algoritmo</a:t>
            </a:r>
            <a:endParaRPr lang="es-EC" sz="1400" dirty="0"/>
          </a:p>
        </p:txBody>
      </p:sp>
      <p:sp>
        <p:nvSpPr>
          <p:cNvPr id="46" name="CuadroTexto 45"/>
          <p:cNvSpPr txBox="1"/>
          <p:nvPr/>
        </p:nvSpPr>
        <p:spPr>
          <a:xfrm>
            <a:off x="5638454" y="3292451"/>
            <a:ext cx="17988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/>
              <a:t>Análisis Exploratorio (EDA)</a:t>
            </a:r>
            <a:r>
              <a:rPr lang="es-MX" sz="1600" dirty="0"/>
              <a:t> para identificar patrones temporales de desperdicio y establecer la línea base de normalidad operativa en la planta.</a:t>
            </a:r>
            <a:endParaRPr lang="es-EC" sz="1400" dirty="0"/>
          </a:p>
        </p:txBody>
      </p:sp>
      <p:sp>
        <p:nvSpPr>
          <p:cNvPr id="47" name="CuadroTexto 46"/>
          <p:cNvSpPr txBox="1"/>
          <p:nvPr/>
        </p:nvSpPr>
        <p:spPr>
          <a:xfrm>
            <a:off x="7912101" y="3292451"/>
            <a:ext cx="17988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Entrenamiento del algoritmo supervisado </a:t>
            </a:r>
            <a:r>
              <a:rPr lang="es-MX" sz="1600" b="1" dirty="0" err="1"/>
              <a:t>Random</a:t>
            </a:r>
            <a:r>
              <a:rPr lang="es-MX" sz="1600" b="1" dirty="0"/>
              <a:t> </a:t>
            </a:r>
            <a:r>
              <a:rPr lang="es-MX" sz="1600" b="1" dirty="0" err="1"/>
              <a:t>Forest</a:t>
            </a:r>
            <a:r>
              <a:rPr lang="es-MX" sz="1600" b="1" dirty="0"/>
              <a:t> (</a:t>
            </a:r>
            <a:r>
              <a:rPr lang="es-MX" sz="1600" b="1" dirty="0" err="1"/>
              <a:t>Sk-learn</a:t>
            </a:r>
            <a:r>
              <a:rPr lang="es-MX" sz="1600" b="1" dirty="0"/>
              <a:t>)</a:t>
            </a:r>
            <a:r>
              <a:rPr lang="es-MX" sz="1600" dirty="0"/>
              <a:t>. Transforma el peso en métricas predictivas de </a:t>
            </a:r>
            <a:r>
              <a:rPr lang="es-MX" sz="1600" b="1" dirty="0"/>
              <a:t>Huella de Carbono</a:t>
            </a:r>
            <a:endParaRPr lang="es-EC" sz="1400" dirty="0"/>
          </a:p>
        </p:txBody>
      </p:sp>
      <p:sp>
        <p:nvSpPr>
          <p:cNvPr id="48" name="CuadroTexto 47"/>
          <p:cNvSpPr txBox="1"/>
          <p:nvPr/>
        </p:nvSpPr>
        <p:spPr>
          <a:xfrm>
            <a:off x="10071857" y="3322588"/>
            <a:ext cx="17988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Despliegue en un </a:t>
            </a:r>
            <a:r>
              <a:rPr lang="es-MX" sz="1600" b="1" dirty="0" err="1"/>
              <a:t>Dashboard</a:t>
            </a:r>
            <a:r>
              <a:rPr lang="es-MX" sz="1600" b="1" dirty="0"/>
              <a:t> visual interactivo</a:t>
            </a:r>
            <a:r>
              <a:rPr lang="es-MX" sz="1600" dirty="0"/>
              <a:t> (</a:t>
            </a:r>
            <a:r>
              <a:rPr lang="es-MX" sz="1600" dirty="0" err="1"/>
              <a:t>Streamlit</a:t>
            </a:r>
            <a:r>
              <a:rPr lang="es-MX" sz="1600" dirty="0"/>
              <a:t>) para toma de decisiones y reportes técnicos válidos para el GAD de </a:t>
            </a:r>
            <a:r>
              <a:rPr lang="es-MX" sz="1600" dirty="0" err="1"/>
              <a:t>Pelileo</a:t>
            </a:r>
            <a:r>
              <a:rPr lang="es-MX" sz="1600" dirty="0"/>
              <a:t>.</a:t>
            </a:r>
            <a:endParaRPr lang="es-EC" sz="1400" dirty="0"/>
          </a:p>
        </p:txBody>
      </p:sp>
    </p:spTree>
    <p:extLst>
      <p:ext uri="{BB962C8B-B14F-4D97-AF65-F5344CB8AC3E}">
        <p14:creationId xmlns:p14="http://schemas.microsoft.com/office/powerpoint/2010/main" val="264825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007" y="1003779"/>
            <a:ext cx="6568222" cy="371366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Diseño de la solución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644" y="1442301"/>
            <a:ext cx="4751945" cy="51906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9951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B938-2364-CCC5-4F79-D67063EF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5">
            <a:extLst>
              <a:ext uri="{FF2B5EF4-FFF2-40B4-BE49-F238E27FC236}">
                <a16:creationId xmlns:a16="http://schemas.microsoft.com/office/drawing/2014/main" id="{7F327D55-DEAF-F06D-E13E-1883CAF0F23F}"/>
              </a:ext>
            </a:extLst>
          </p:cNvPr>
          <p:cNvSpPr/>
          <p:nvPr/>
        </p:nvSpPr>
        <p:spPr>
          <a:xfrm rot="5400000">
            <a:off x="-971960" y="2471990"/>
            <a:ext cx="2907778" cy="963851"/>
          </a:xfrm>
          <a:prstGeom prst="triangle">
            <a:avLst/>
          </a:prstGeom>
          <a:solidFill>
            <a:srgbClr val="ED71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01C8C61-ED9F-3BF2-A350-0DDF645EAB1F}"/>
              </a:ext>
            </a:extLst>
          </p:cNvPr>
          <p:cNvSpPr/>
          <p:nvPr/>
        </p:nvSpPr>
        <p:spPr>
          <a:xfrm rot="5400000">
            <a:off x="-978709" y="3375018"/>
            <a:ext cx="2907778" cy="963851"/>
          </a:xfrm>
          <a:prstGeom prst="triangle">
            <a:avLst/>
          </a:prstGeom>
          <a:solidFill>
            <a:srgbClr val="FFD44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0B0B99E8-07BE-58E4-7FA7-32CA33DC3AB6}"/>
              </a:ext>
            </a:extLst>
          </p:cNvPr>
          <p:cNvSpPr/>
          <p:nvPr/>
        </p:nvSpPr>
        <p:spPr>
          <a:xfrm rot="5400000">
            <a:off x="-971962" y="4250750"/>
            <a:ext cx="2907777" cy="963851"/>
          </a:xfrm>
          <a:prstGeom prst="triangle">
            <a:avLst/>
          </a:prstGeom>
          <a:solidFill>
            <a:srgbClr val="38266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E662D2-22CD-3F38-EA94-B8918FD33823}"/>
              </a:ext>
            </a:extLst>
          </p:cNvPr>
          <p:cNvSpPr/>
          <p:nvPr/>
        </p:nvSpPr>
        <p:spPr>
          <a:xfrm>
            <a:off x="10930556" y="1002488"/>
            <a:ext cx="1270156" cy="181512"/>
          </a:xfrm>
          <a:prstGeom prst="rect">
            <a:avLst/>
          </a:prstGeom>
          <a:solidFill>
            <a:srgbClr val="3D2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B1CD4C-7202-90B1-EF8F-96B74144634F}"/>
              </a:ext>
            </a:extLst>
          </p:cNvPr>
          <p:cNvSpPr/>
          <p:nvPr/>
        </p:nvSpPr>
        <p:spPr>
          <a:xfrm>
            <a:off x="10652288" y="1260789"/>
            <a:ext cx="1560259" cy="181512"/>
          </a:xfrm>
          <a:prstGeom prst="rect">
            <a:avLst/>
          </a:prstGeom>
          <a:solidFill>
            <a:srgbClr val="ED7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ED712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3162A-7234-05C5-B4FC-944A9CAEF1AD}"/>
              </a:ext>
            </a:extLst>
          </p:cNvPr>
          <p:cNvSpPr txBox="1"/>
          <p:nvPr/>
        </p:nvSpPr>
        <p:spPr>
          <a:xfrm>
            <a:off x="11779403" y="908150"/>
            <a:ext cx="2728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C" altLang="es-ES" sz="1700" b="1" spc="300">
                <a:solidFill>
                  <a:schemeClr val="bg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Calibri" panose="020F0502020204030204" pitchFamily="34" charset="0"/>
              </a:rPr>
              <a:t> </a:t>
            </a:r>
          </a:p>
          <a:p>
            <a:pPr algn="r"/>
            <a:endParaRPr lang="es-ES" altLang="es-ES" sz="1700" spc="30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Calibri" panose="020F0502020204030204" pitchFamily="34" charset="0"/>
            </a:endParaRPr>
          </a:p>
        </p:txBody>
      </p:sp>
      <p:pic>
        <p:nvPicPr>
          <p:cNvPr id="4" name="image.png" descr="image.png">
            <a:extLst>
              <a:ext uri="{FF2B5EF4-FFF2-40B4-BE49-F238E27FC236}">
                <a16:creationId xmlns:a16="http://schemas.microsoft.com/office/drawing/2014/main" id="{5A5D5729-CEEF-5EDD-9728-3090CCA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787"/>
            <a:ext cx="2603500" cy="88423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7F7912D-B456-1A11-5481-2AAEF75B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743" y="832965"/>
            <a:ext cx="8196690" cy="430148"/>
          </a:xfrm>
        </p:spPr>
        <p:txBody>
          <a:bodyPr>
            <a:noAutofit/>
          </a:bodyPr>
          <a:lstStyle/>
          <a:p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Validación del sistema (</a:t>
            </a:r>
            <a:r>
              <a:rPr lang="es-CO" sz="3600" spc="300" dirty="0" err="1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KPI’s</a:t>
            </a:r>
            <a:r>
              <a:rPr lang="es-CO" sz="3600" spc="300" dirty="0" smtClean="0">
                <a:solidFill>
                  <a:srgbClr val="3D2363"/>
                </a:solidFill>
                <a:latin typeface="Times New Roman"/>
                <a:ea typeface="Calibri"/>
                <a:cs typeface="Times New Roman"/>
              </a:rPr>
              <a:t>)</a:t>
            </a:r>
            <a:endParaRPr lang="es-CO" sz="3600" spc="300" dirty="0">
              <a:solidFill>
                <a:srgbClr val="3D2363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0" name="Google Shape;85;p13" descr="image.png">
            <a:extLst>
              <a:ext uri="{FF2B5EF4-FFF2-40B4-BE49-F238E27FC236}">
                <a16:creationId xmlns:a16="http://schemas.microsoft.com/office/drawing/2014/main" id="{AB5C8FA1-EC3D-374C-843E-4739DF1014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1877" y="1560203"/>
            <a:ext cx="3330574" cy="23789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Google Shape;92;p13" descr="image.png">
            <a:extLst>
              <a:ext uri="{FF2B5EF4-FFF2-40B4-BE49-F238E27FC236}">
                <a16:creationId xmlns:a16="http://schemas.microsoft.com/office/drawing/2014/main" id="{53A0031D-748C-A113-E04B-94828D4D9DD7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448262" y="16003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3;p13">
            <a:extLst>
              <a:ext uri="{FF2B5EF4-FFF2-40B4-BE49-F238E27FC236}">
                <a16:creationId xmlns:a16="http://schemas.microsoft.com/office/drawing/2014/main" id="{3E5F04A6-3505-CD92-5A6E-131D976DAB6F}"/>
              </a:ext>
            </a:extLst>
          </p:cNvPr>
          <p:cNvSpPr txBox="1"/>
          <p:nvPr/>
        </p:nvSpPr>
        <p:spPr>
          <a:xfrm>
            <a:off x="2674355" y="2314745"/>
            <a:ext cx="211931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smtClean="0">
                <a:solidFill>
                  <a:srgbClr val="64748B"/>
                </a:solidFill>
                <a:latin typeface="Open Sans"/>
                <a:sym typeface="Open Sans"/>
              </a:rPr>
              <a:t>EFICIENCIA DEL PROCESO</a:t>
            </a:r>
            <a:endParaRPr dirty="0"/>
          </a:p>
        </p:txBody>
      </p:sp>
      <p:sp>
        <p:nvSpPr>
          <p:cNvPr id="14" name="Google Shape;94;p13">
            <a:extLst>
              <a:ext uri="{FF2B5EF4-FFF2-40B4-BE49-F238E27FC236}">
                <a16:creationId xmlns:a16="http://schemas.microsoft.com/office/drawing/2014/main" id="{FBC1A137-518B-60B6-2E2F-26BF296F243F}"/>
              </a:ext>
            </a:extLst>
          </p:cNvPr>
          <p:cNvSpPr txBox="1"/>
          <p:nvPr/>
        </p:nvSpPr>
        <p:spPr>
          <a:xfrm>
            <a:off x="2952652" y="2706225"/>
            <a:ext cx="156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dirty="0" smtClean="0">
                <a:solidFill>
                  <a:srgbClr val="1E293B"/>
                </a:solidFill>
                <a:latin typeface="Montserrat ExtraBold"/>
                <a:ea typeface="Montserrat SemiBold"/>
                <a:cs typeface="Montserrat SemiBold"/>
                <a:sym typeface="Montserrat ExtraBold"/>
              </a:rPr>
              <a:t>96</a:t>
            </a:r>
            <a:r>
              <a:rPr lang="en-US" sz="3150" dirty="0" smtClean="0">
                <a:solidFill>
                  <a:srgbClr val="94A3B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2000" dirty="0">
                <a:solidFill>
                  <a:srgbClr val="94A3B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dirty="0"/>
          </a:p>
        </p:txBody>
      </p:sp>
      <p:sp>
        <p:nvSpPr>
          <p:cNvPr id="15" name="Google Shape;95;p13">
            <a:extLst>
              <a:ext uri="{FF2B5EF4-FFF2-40B4-BE49-F238E27FC236}">
                <a16:creationId xmlns:a16="http://schemas.microsoft.com/office/drawing/2014/main" id="{5E067A35-3DE3-61E5-82B1-E59289BBAA9B}"/>
              </a:ext>
            </a:extLst>
          </p:cNvPr>
          <p:cNvSpPr txBox="1"/>
          <p:nvPr/>
        </p:nvSpPr>
        <p:spPr>
          <a:xfrm>
            <a:off x="2171912" y="3266554"/>
            <a:ext cx="3071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¿“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Cuánta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tela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comprada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 se 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convirtió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en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 product final”?. 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Si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marca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96%,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significa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que un 4%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fue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merma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. Un echo que cualquier persona comprende.</a:t>
            </a:r>
            <a:endParaRPr sz="1200" dirty="0"/>
          </a:p>
        </p:txBody>
      </p:sp>
      <p:pic>
        <p:nvPicPr>
          <p:cNvPr id="38" name="Google Shape;85;p13" descr="image.png">
            <a:extLst>
              <a:ext uri="{FF2B5EF4-FFF2-40B4-BE49-F238E27FC236}">
                <a16:creationId xmlns:a16="http://schemas.microsoft.com/office/drawing/2014/main" id="{AB5C8FA1-EC3D-374C-843E-4739DF1014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0474" y="1560203"/>
            <a:ext cx="3242808" cy="23789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9" name="Google Shape;92;p13" descr="image.png">
            <a:extLst>
              <a:ext uri="{FF2B5EF4-FFF2-40B4-BE49-F238E27FC236}">
                <a16:creationId xmlns:a16="http://schemas.microsoft.com/office/drawing/2014/main" id="{53A0031D-748C-A113-E04B-94828D4D9DD7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7761500" y="17175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93;p13">
            <a:extLst>
              <a:ext uri="{FF2B5EF4-FFF2-40B4-BE49-F238E27FC236}">
                <a16:creationId xmlns:a16="http://schemas.microsoft.com/office/drawing/2014/main" id="{3E5F04A6-3505-CD92-5A6E-131D976DAB6F}"/>
              </a:ext>
            </a:extLst>
          </p:cNvPr>
          <p:cNvSpPr txBox="1"/>
          <p:nvPr/>
        </p:nvSpPr>
        <p:spPr>
          <a:xfrm>
            <a:off x="6685754" y="2431895"/>
            <a:ext cx="268720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smtClean="0">
                <a:solidFill>
                  <a:srgbClr val="64748B"/>
                </a:solidFill>
                <a:latin typeface="Open Sans"/>
                <a:sym typeface="Open Sans"/>
              </a:rPr>
              <a:t>IMPACTO ECONÓMICO MATERIAL</a:t>
            </a:r>
            <a:endParaRPr dirty="0"/>
          </a:p>
        </p:txBody>
      </p:sp>
      <p:sp>
        <p:nvSpPr>
          <p:cNvPr id="41" name="Google Shape;94;p13">
            <a:extLst>
              <a:ext uri="{FF2B5EF4-FFF2-40B4-BE49-F238E27FC236}">
                <a16:creationId xmlns:a16="http://schemas.microsoft.com/office/drawing/2014/main" id="{FBC1A137-518B-60B6-2E2F-26BF296F243F}"/>
              </a:ext>
            </a:extLst>
          </p:cNvPr>
          <p:cNvSpPr txBox="1"/>
          <p:nvPr/>
        </p:nvSpPr>
        <p:spPr>
          <a:xfrm>
            <a:off x="7265890" y="2699083"/>
            <a:ext cx="1562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 smtClean="0">
                <a:solidFill>
                  <a:srgbClr val="1E293B"/>
                </a:solidFill>
                <a:latin typeface="Montserrat ExtraBold"/>
                <a:sym typeface="Montserrat ExtraBold"/>
              </a:rPr>
              <a:t>UNDs</a:t>
            </a:r>
            <a:endParaRPr b="1" dirty="0"/>
          </a:p>
        </p:txBody>
      </p:sp>
      <p:sp>
        <p:nvSpPr>
          <p:cNvPr id="42" name="Google Shape;95;p13">
            <a:extLst>
              <a:ext uri="{FF2B5EF4-FFF2-40B4-BE49-F238E27FC236}">
                <a16:creationId xmlns:a16="http://schemas.microsoft.com/office/drawing/2014/main" id="{5E067A35-3DE3-61E5-82B1-E59289BBAA9B}"/>
              </a:ext>
            </a:extLst>
          </p:cNvPr>
          <p:cNvSpPr txBox="1"/>
          <p:nvPr/>
        </p:nvSpPr>
        <p:spPr>
          <a:xfrm>
            <a:off x="6449639" y="3232780"/>
            <a:ext cx="3071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Convierte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los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kilos de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tela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desperdiciada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en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un valor doloroso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pero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real,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sym typeface="Open Sans"/>
              </a:rPr>
              <a:t>respondiendo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¿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Cuántos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pantalos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 se 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pudieron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 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sym typeface="Open Sans"/>
              </a:rPr>
              <a:t>fabricar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sym typeface="Open Sans"/>
              </a:rPr>
              <a:t>?.</a:t>
            </a:r>
            <a:endParaRPr sz="1200" b="1" dirty="0"/>
          </a:p>
        </p:txBody>
      </p:sp>
      <p:pic>
        <p:nvPicPr>
          <p:cNvPr id="44" name="Google Shape;85;p13" descr="image.png">
            <a:extLst>
              <a:ext uri="{FF2B5EF4-FFF2-40B4-BE49-F238E27FC236}">
                <a16:creationId xmlns:a16="http://schemas.microsoft.com/office/drawing/2014/main" id="{AB5C8FA1-EC3D-374C-843E-4739DF1014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4537" y="4316313"/>
            <a:ext cx="3178744" cy="237465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5" name="Google Shape;92;p13" descr="image.png">
            <a:extLst>
              <a:ext uri="{FF2B5EF4-FFF2-40B4-BE49-F238E27FC236}">
                <a16:creationId xmlns:a16="http://schemas.microsoft.com/office/drawing/2014/main" id="{53A0031D-748C-A113-E04B-94828D4D9DD7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rgbClr val="7030A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853289" y="446929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93;p13">
            <a:extLst>
              <a:ext uri="{FF2B5EF4-FFF2-40B4-BE49-F238E27FC236}">
                <a16:creationId xmlns:a16="http://schemas.microsoft.com/office/drawing/2014/main" id="{3E5F04A6-3505-CD92-5A6E-131D976DAB6F}"/>
              </a:ext>
            </a:extLst>
          </p:cNvPr>
          <p:cNvSpPr txBox="1"/>
          <p:nvPr/>
        </p:nvSpPr>
        <p:spPr>
          <a:xfrm>
            <a:off x="6751226" y="5218500"/>
            <a:ext cx="259202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smtClean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TRAZABILIDAD TOTAL (IOT NUBE)</a:t>
            </a:r>
            <a:endParaRPr dirty="0"/>
          </a:p>
        </p:txBody>
      </p:sp>
      <p:sp>
        <p:nvSpPr>
          <p:cNvPr id="47" name="Google Shape;94;p13">
            <a:extLst>
              <a:ext uri="{FF2B5EF4-FFF2-40B4-BE49-F238E27FC236}">
                <a16:creationId xmlns:a16="http://schemas.microsoft.com/office/drawing/2014/main" id="{FBC1A137-518B-60B6-2E2F-26BF296F243F}"/>
              </a:ext>
            </a:extLst>
          </p:cNvPr>
          <p:cNvSpPr txBox="1"/>
          <p:nvPr/>
        </p:nvSpPr>
        <p:spPr>
          <a:xfrm>
            <a:off x="7415373" y="5457997"/>
            <a:ext cx="156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100</a:t>
            </a:r>
            <a:r>
              <a:rPr lang="en-US" sz="3150" dirty="0">
                <a:solidFill>
                  <a:srgbClr val="94A3B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2000" dirty="0">
                <a:solidFill>
                  <a:srgbClr val="94A3B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dirty="0"/>
          </a:p>
        </p:txBody>
      </p:sp>
      <p:sp>
        <p:nvSpPr>
          <p:cNvPr id="48" name="Google Shape;95;p13">
            <a:extLst>
              <a:ext uri="{FF2B5EF4-FFF2-40B4-BE49-F238E27FC236}">
                <a16:creationId xmlns:a16="http://schemas.microsoft.com/office/drawing/2014/main" id="{5E067A35-3DE3-61E5-82B1-E59289BBAA9B}"/>
              </a:ext>
            </a:extLst>
          </p:cNvPr>
          <p:cNvSpPr txBox="1"/>
          <p:nvPr/>
        </p:nvSpPr>
        <p:spPr>
          <a:xfrm>
            <a:off x="6428149" y="5964612"/>
            <a:ext cx="312513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9955"/>
              </a:lnSpc>
            </a:pPr>
            <a:r>
              <a:rPr lang="en-US" sz="1000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Garantiza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flujo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complete:</a:t>
            </a:r>
            <a:r>
              <a:rPr lang="en-US" sz="1000" b="0" i="0" u="none" strike="noStrike" cap="none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00" b="1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Balanza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C" sz="900" b="1" dirty="0" smtClean="0"/>
              <a:t>➔ </a:t>
            </a:r>
            <a:r>
              <a:rPr lang="en-US" sz="900" b="1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Nube</a:t>
            </a:r>
            <a:r>
              <a:rPr lang="es-EC" sz="900" b="1" dirty="0"/>
              <a:t> ➔ </a:t>
            </a:r>
            <a:r>
              <a:rPr lang="en-US" sz="900" b="1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Machine Learning </a:t>
            </a:r>
            <a:r>
              <a:rPr lang="es-EC" sz="900" b="1" dirty="0"/>
              <a:t>➔ </a:t>
            </a:r>
            <a:r>
              <a:rPr lang="en-US" sz="900" b="1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Dashboard,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permite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estimar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producción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total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estimando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cantidad</a:t>
            </a:r>
            <a:r>
              <a:rPr lang="en-US" sz="1000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000" dirty="0" err="1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desperdicio</a:t>
            </a:r>
            <a:r>
              <a:rPr lang="en-US" sz="1000" b="1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dirty="0"/>
          </a:p>
        </p:txBody>
      </p:sp>
      <p:pic>
        <p:nvPicPr>
          <p:cNvPr id="50" name="Google Shape;85;p13" descr="image.png">
            <a:extLst>
              <a:ext uri="{FF2B5EF4-FFF2-40B4-BE49-F238E27FC236}">
                <a16:creationId xmlns:a16="http://schemas.microsoft.com/office/drawing/2014/main" id="{AB5C8FA1-EC3D-374C-843E-4739DF1014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1877" y="4311975"/>
            <a:ext cx="3330574" cy="23789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1" name="Google Shape;92;p13" descr="image.png">
            <a:extLst>
              <a:ext uri="{FF2B5EF4-FFF2-40B4-BE49-F238E27FC236}">
                <a16:creationId xmlns:a16="http://schemas.microsoft.com/office/drawing/2014/main" id="{53A0031D-748C-A113-E04B-94828D4D9DD7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421628" y="447643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93;p13">
            <a:extLst>
              <a:ext uri="{FF2B5EF4-FFF2-40B4-BE49-F238E27FC236}">
                <a16:creationId xmlns:a16="http://schemas.microsoft.com/office/drawing/2014/main" id="{3E5F04A6-3505-CD92-5A6E-131D976DAB6F}"/>
              </a:ext>
            </a:extLst>
          </p:cNvPr>
          <p:cNvSpPr txBox="1"/>
          <p:nvPr/>
        </p:nvSpPr>
        <p:spPr>
          <a:xfrm>
            <a:off x="2487921" y="5190809"/>
            <a:ext cx="243918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smtClean="0">
                <a:solidFill>
                  <a:srgbClr val="64748B"/>
                </a:solidFill>
                <a:latin typeface="Open Sans"/>
                <a:sym typeface="Open Sans"/>
              </a:rPr>
              <a:t>EMISIONES POR FABRICACIÓN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Google Shape;94;p13">
                <a:extLst>
                  <a:ext uri="{FF2B5EF4-FFF2-40B4-BE49-F238E27FC236}">
                    <a16:creationId xmlns:a16="http://schemas.microsoft.com/office/drawing/2014/main" id="{FBC1A137-518B-60B6-2E2F-26BF296F243F}"/>
                  </a:ext>
                </a:extLst>
              </p:cNvPr>
              <p:cNvSpPr txBox="1"/>
              <p:nvPr/>
            </p:nvSpPr>
            <p:spPr>
              <a:xfrm>
                <a:off x="2952651" y="5457997"/>
                <a:ext cx="2143131" cy="484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150" b="1" dirty="0" smtClean="0">
                    <a:solidFill>
                      <a:srgbClr val="1E293B"/>
                    </a:solidFill>
                    <a:latin typeface="Montserrat ExtraBold"/>
                    <a:ea typeface="Montserrat SemiBold"/>
                    <a:cs typeface="Montserrat SemiBold"/>
                    <a:sym typeface="Montserrat ExtraBold"/>
                  </a:rPr>
                  <a:t>6.5</a:t>
                </a:r>
                <a:r>
                  <a:rPr lang="en-US" sz="3150" dirty="0" smtClean="0">
                    <a:solidFill>
                      <a:srgbClr val="94A3B8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 </a:t>
                </a:r>
                <a:r>
                  <a:rPr lang="en-US" sz="2000" dirty="0" smtClean="0">
                    <a:solidFill>
                      <a:srgbClr val="94A3B8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Kg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  <a:ea typeface="Montserrat SemiBold"/>
                            <a:cs typeface="Montserrat SemiBold"/>
                            <a:sym typeface="Montserrat SemiBold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C" sz="2000" b="0" i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  <a:ea typeface="Montserrat SemiBold"/>
                            <a:cs typeface="Montserrat SemiBold"/>
                            <a:sym typeface="Montserrat SemiBold"/>
                          </a:rPr>
                          <m:t>CO</m:t>
                        </m:r>
                      </m:e>
                      <m:sub>
                        <m:r>
                          <a:rPr lang="es-EC" sz="2000" b="0" i="1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  <a:ea typeface="Montserrat SemiBold"/>
                            <a:cs typeface="Montserrat SemiBold"/>
                            <a:sym typeface="Montserrat SemiBold"/>
                          </a:rPr>
                          <m:t>2</m:t>
                        </m:r>
                      </m:sub>
                    </m:sSub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53" name="Google Shape;94;p13">
                <a:extLst>
                  <a:ext uri="{FF2B5EF4-FFF2-40B4-BE49-F238E27FC236}">
                    <a16:creationId xmlns:a16="http://schemas.microsoft.com/office/drawing/2014/main" id="{FBC1A137-518B-60B6-2E2F-26BF296F2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651" y="5457997"/>
                <a:ext cx="2143131" cy="484748"/>
              </a:xfrm>
              <a:prstGeom prst="rect">
                <a:avLst/>
              </a:prstGeom>
              <a:blipFill>
                <a:blip r:embed="rId5"/>
                <a:stretch>
                  <a:fillRect t="-25000" b="-4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Google Shape;95;p13">
                <a:extLst>
                  <a:ext uri="{FF2B5EF4-FFF2-40B4-BE49-F238E27FC236}">
                    <a16:creationId xmlns:a16="http://schemas.microsoft.com/office/drawing/2014/main" id="{5E067A35-3DE3-61E5-82B1-E59289BBAA9B}"/>
                  </a:ext>
                </a:extLst>
              </p:cNvPr>
              <p:cNvSpPr txBox="1"/>
              <p:nvPr/>
            </p:nvSpPr>
            <p:spPr>
              <a:xfrm>
                <a:off x="2171912" y="5973936"/>
                <a:ext cx="3071520" cy="6924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ctr">
                  <a:lnSpc>
                    <a:spcPct val="149955"/>
                  </a:lnSpc>
                </a:pPr>
                <a:r>
                  <a:rPr lang="en-US" sz="1000" b="0" i="0" u="none" strike="noStrike" cap="none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Factor de emission </a:t>
                </a:r>
                <a:r>
                  <a:rPr lang="en-US" sz="1000" b="0" i="0" u="none" strike="noStrike" cap="none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por</a:t>
                </a:r>
                <a:r>
                  <a:rPr lang="en-US" sz="1000" dirty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cada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Jean.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Demuestra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el valor  del Sistema: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permite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000" b="1" dirty="0" smtClean="0">
                    <a:solidFill>
                      <a:srgbClr val="5D646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cuantificar </a:t>
                </a:r>
                <a:r>
                  <a:rPr lang="en-US" sz="1000" b="1" dirty="0" err="1" smtClean="0">
                    <a:solidFill>
                      <a:srgbClr val="5D646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cuánto</a:t>
                </a:r>
                <a:r>
                  <a:rPr lang="en-US" sz="1000" b="1" dirty="0" smtClean="0">
                    <a:solidFill>
                      <a:srgbClr val="5D646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b="1" i="1">
                            <a:solidFill>
                              <a:srgbClr val="5D646E"/>
                            </a:solidFill>
                            <a:latin typeface="Cambria Math" panose="02040503050406030204" pitchFamily="18" charset="0"/>
                            <a:ea typeface="Montserrat SemiBold"/>
                            <a:cs typeface="Montserrat SemiBold"/>
                            <a:sym typeface="Montserrat SemiBold"/>
                          </a:rPr>
                        </m:ctrlPr>
                      </m:sSubPr>
                      <m:e>
                        <m:r>
                          <a:rPr lang="es-EC" sz="1000" b="1" i="1">
                            <a:solidFill>
                              <a:srgbClr val="5D646E"/>
                            </a:solidFill>
                            <a:latin typeface="Cambria Math" panose="02040503050406030204" pitchFamily="18" charset="0"/>
                            <a:ea typeface="Montserrat SemiBold"/>
                            <a:cs typeface="Montserrat SemiBold"/>
                            <a:sym typeface="Montserrat SemiBold"/>
                          </a:rPr>
                          <m:t>𝑪𝑶</m:t>
                        </m:r>
                      </m:e>
                      <m:sub>
                        <m:r>
                          <a:rPr lang="es-EC" sz="1000" b="1" i="1">
                            <a:solidFill>
                              <a:srgbClr val="5D646E"/>
                            </a:solidFill>
                            <a:latin typeface="Cambria Math" panose="02040503050406030204" pitchFamily="18" charset="0"/>
                            <a:ea typeface="Montserrat SemiBold"/>
                            <a:cs typeface="Montserrat SemiBold"/>
                            <a:sym typeface="Montserrat SemiBold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se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evita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si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la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fábrica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logra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una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000" dirty="0" err="1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reducción</a:t>
                </a:r>
                <a:r>
                  <a:rPr lang="en-US" sz="1000" dirty="0" smtClean="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del 10%.</a:t>
                </a:r>
                <a:endParaRPr sz="1200" dirty="0"/>
              </a:p>
            </p:txBody>
          </p:sp>
        </mc:Choice>
        <mc:Fallback xmlns="">
          <p:sp>
            <p:nvSpPr>
              <p:cNvPr id="54" name="Google Shape;95;p13">
                <a:extLst>
                  <a:ext uri="{FF2B5EF4-FFF2-40B4-BE49-F238E27FC236}">
                    <a16:creationId xmlns:a16="http://schemas.microsoft.com/office/drawing/2014/main" id="{5E067A35-3DE3-61E5-82B1-E59289BBA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912" y="5973936"/>
                <a:ext cx="3071520" cy="692497"/>
              </a:xfrm>
              <a:prstGeom prst="rect">
                <a:avLst/>
              </a:prstGeom>
              <a:blipFill>
                <a:blip r:embed="rId6"/>
                <a:stretch>
                  <a:fillRect l="-2183" r="-3968" b="-52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3576011" y="1716284"/>
            <a:ext cx="315982" cy="31598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873717" y="1822528"/>
            <a:ext cx="347043" cy="347043"/>
          </a:xfrm>
          <a:prstGeom prst="rect">
            <a:avLst/>
          </a:prstGeom>
        </p:spPr>
      </p:pic>
      <p:pic>
        <p:nvPicPr>
          <p:cNvPr id="56" name="Imagen 55"/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34505" y="4597833"/>
            <a:ext cx="346014" cy="346014"/>
          </a:xfrm>
          <a:prstGeom prst="rect">
            <a:avLst/>
          </a:prstGeom>
        </p:spPr>
      </p:pic>
      <p:pic>
        <p:nvPicPr>
          <p:cNvPr id="57" name="Imagen 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040948">
            <a:off x="7982576" y="4585075"/>
            <a:ext cx="314912" cy="3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1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2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832B380-D031-B840-AD27-8129D47A0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173" y="2747630"/>
            <a:ext cx="4906054" cy="1362739"/>
          </a:xfrm>
        </p:spPr>
        <p:txBody>
          <a:bodyPr>
            <a:normAutofit/>
          </a:bodyPr>
          <a:lstStyle/>
          <a:p>
            <a:pPr algn="ctr"/>
            <a:r>
              <a:rPr lang="es-ES" altLang="es-ES" sz="3600" spc="300">
                <a:solidFill>
                  <a:schemeClr val="bg1"/>
                </a:solidFill>
                <a:latin typeface="Times New Roman"/>
                <a:ea typeface="MS Gothic"/>
                <a:cs typeface="Times New Roman"/>
              </a:rPr>
              <a:t>GRACIAS</a:t>
            </a:r>
            <a:endParaRPr lang="es-CO" sz="3600" spc="300">
              <a:solidFill>
                <a:schemeClr val="bg1"/>
              </a:solidFill>
              <a:latin typeface="Times New Roman"/>
              <a:ea typeface="MS 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107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3d6addf-69af-45e1-9549-aeceb86d091d">
      <UserInfo>
        <DisplayName>Lorena Avilés Ruales</DisplayName>
        <AccountId>62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EE47A19521DB4EB0298600E45852E9" ma:contentTypeVersion="9" ma:contentTypeDescription="Crear nuevo documento." ma:contentTypeScope="" ma:versionID="bc560f6904817da935b7ded0ef7b6a2c">
  <xsd:schema xmlns:xsd="http://www.w3.org/2001/XMLSchema" xmlns:xs="http://www.w3.org/2001/XMLSchema" xmlns:p="http://schemas.microsoft.com/office/2006/metadata/properties" xmlns:ns2="98f02f90-7a41-4657-9675-c9778a6a7a0c" xmlns:ns3="e3d6addf-69af-45e1-9549-aeceb86d091d" targetNamespace="http://schemas.microsoft.com/office/2006/metadata/properties" ma:root="true" ma:fieldsID="78ca78f1943a96962fdc8f7f48d6fd05" ns2:_="" ns3:_="">
    <xsd:import namespace="98f02f90-7a41-4657-9675-c9778a6a7a0c"/>
    <xsd:import namespace="e3d6addf-69af-45e1-9549-aeceb86d09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f02f90-7a41-4657-9675-c9778a6a7a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6addf-69af-45e1-9549-aeceb86d091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79BA69-21A7-43E6-BBA4-5A82D87B59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FC44AD-9909-457F-B73B-4E9460694270}">
  <ds:schemaRefs>
    <ds:schemaRef ds:uri="98f02f90-7a41-4657-9675-c9778a6a7a0c"/>
    <ds:schemaRef ds:uri="e3d6addf-69af-45e1-9549-aeceb86d09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B8328AD-1A1D-4B76-9C18-AC9CF30D4106}">
  <ds:schemaRefs>
    <ds:schemaRef ds:uri="98f02f90-7a41-4657-9675-c9778a6a7a0c"/>
    <ds:schemaRef ds:uri="e3d6addf-69af-45e1-9549-aeceb86d09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697</Words>
  <Application>Microsoft Office PowerPoint</Application>
  <PresentationFormat>Panorámica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6" baseType="lpstr">
      <vt:lpstr>MS Gothic</vt:lpstr>
      <vt:lpstr>Arial</vt:lpstr>
      <vt:lpstr>Calibri</vt:lpstr>
      <vt:lpstr>Calibri Light</vt:lpstr>
      <vt:lpstr>Cambria Math</vt:lpstr>
      <vt:lpstr>Helvetica Neue</vt:lpstr>
      <vt:lpstr>Montserrat</vt:lpstr>
      <vt:lpstr>Montserrat ExtraBold</vt:lpstr>
      <vt:lpstr>Montserrat SemiBold</vt:lpstr>
      <vt:lpstr>Open Sans</vt:lpstr>
      <vt:lpstr>Times New Roman</vt:lpstr>
      <vt:lpstr>Tema de Office</vt:lpstr>
      <vt:lpstr>1_Tema de Office</vt:lpstr>
      <vt:lpstr>Presentación de PowerPoint</vt:lpstr>
      <vt:lpstr>BIENVENIDOS</vt:lpstr>
      <vt:lpstr>Presentación de PowerPoint</vt:lpstr>
      <vt:lpstr> INGENIERÍA EN TECNOLOGÍAS DE LA INFORMACIÓN  MATRIZ AMBATO  2026 </vt:lpstr>
      <vt:lpstr>Presentación de PowerPoint</vt:lpstr>
      <vt:lpstr>Contenido</vt:lpstr>
      <vt:lpstr>Capítulo 1. Introducción</vt:lpstr>
      <vt:lpstr>Presentación de PowerPoint</vt:lpstr>
      <vt:lpstr>Presentación de PowerPoint</vt:lpstr>
      <vt:lpstr>Planteamiento del Problema</vt:lpstr>
      <vt:lpstr>Presentación de PowerPoint</vt:lpstr>
      <vt:lpstr>Justificación</vt:lpstr>
      <vt:lpstr>Viabilidad Técnológica</vt:lpstr>
      <vt:lpstr>Presentación de PowerPoint</vt:lpstr>
      <vt:lpstr>Relación con los ODS</vt:lpstr>
      <vt:lpstr>Objetivo General</vt:lpstr>
      <vt:lpstr>Objetivos Específicos</vt:lpstr>
      <vt:lpstr>Alcance y Delimitación del Proyecto</vt:lpstr>
      <vt:lpstr>Capítulo 2. Metodología</vt:lpstr>
      <vt:lpstr>Metodología</vt:lpstr>
      <vt:lpstr>Diseño de la solución</vt:lpstr>
      <vt:lpstr>Validación del sistema (KPI’s)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simona ossor</dc:creator>
  <cp:lastModifiedBy>CHRISTIAN ALEJANDRO ZURITA BETANCOURT</cp:lastModifiedBy>
  <cp:revision>81</cp:revision>
  <dcterms:created xsi:type="dcterms:W3CDTF">2020-11-01T23:00:18Z</dcterms:created>
  <dcterms:modified xsi:type="dcterms:W3CDTF">2026-06-01T23:21:23Z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0x01010022EE47A19521DB4EB0298600E45852E9</vt:lpwstr>
  </property>
  <property fmtid="{D5CDD505-2E9C-101B-9397-08002B2CF9AE}" pid="3" name="MSIP_Label_a7f2a963-478f-49dd-96dc-094b8cba8fa9_Enabled">
    <vt:lpwstr>true</vt:lpwstr>
  </property>
  <property fmtid="{D5CDD505-2E9C-101B-9397-08002B2CF9AE}" pid="4" name="MSIP_Label_a7f2a963-478f-49dd-96dc-094b8cba8fa9_SetDate">
    <vt:lpwstr>2025-01-22T17:39:25Z</vt:lpwstr>
  </property>
  <property fmtid="{D5CDD505-2E9C-101B-9397-08002B2CF9AE}" pid="5" name="MSIP_Label_a7f2a963-478f-49dd-96dc-094b8cba8fa9_Method">
    <vt:lpwstr>Privileged</vt:lpwstr>
  </property>
  <property fmtid="{D5CDD505-2E9C-101B-9397-08002B2CF9AE}" pid="6" name="MSIP_Label_a7f2a963-478f-49dd-96dc-094b8cba8fa9_Name">
    <vt:lpwstr>PUBLIC</vt:lpwstr>
  </property>
  <property fmtid="{D5CDD505-2E9C-101B-9397-08002B2CF9AE}" pid="7" name="MSIP_Label_a7f2a963-478f-49dd-96dc-094b8cba8fa9_SiteId">
    <vt:lpwstr>eb8a6a88-d993-4e50-b4f0-ada3df9e78f8</vt:lpwstr>
  </property>
  <property fmtid="{D5CDD505-2E9C-101B-9397-08002B2CF9AE}" pid="8" name="MSIP_Label_a7f2a963-478f-49dd-96dc-094b8cba8fa9_ActionId">
    <vt:lpwstr>33d914e5-65e8-43d9-8f2e-95970e04e647</vt:lpwstr>
  </property>
  <property fmtid="{D5CDD505-2E9C-101B-9397-08002B2CF9AE}" pid="9" name="MSIP_Label_a7f2a963-478f-49dd-96dc-094b8cba8fa9_ContentBits">
    <vt:lpwstr>0</vt:lpwstr>
  </property>
</Properties>
</file>